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9" r:id="rId3"/>
    <p:sldId id="258" r:id="rId4"/>
    <p:sldId id="260" r:id="rId5"/>
  </p:sldIdLst>
  <p:sldSz cx="12192000" cy="4751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7"/>
    <a:srgbClr val="FFF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77600"/>
            <a:ext cx="9144000" cy="1654187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95579"/>
            <a:ext cx="9144000" cy="1147152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48" indent="0" algn="ctr">
              <a:buNone/>
              <a:defRPr sz="1386"/>
            </a:lvl2pPr>
            <a:lvl3pPr marL="633496" indent="0" algn="ctr">
              <a:buNone/>
              <a:defRPr sz="1247"/>
            </a:lvl3pPr>
            <a:lvl4pPr marL="950244" indent="0" algn="ctr">
              <a:buNone/>
              <a:defRPr sz="1108"/>
            </a:lvl4pPr>
            <a:lvl5pPr marL="1266993" indent="0" algn="ctr">
              <a:buNone/>
              <a:defRPr sz="1108"/>
            </a:lvl5pPr>
            <a:lvl6pPr marL="1583741" indent="0" algn="ctr">
              <a:buNone/>
              <a:defRPr sz="1108"/>
            </a:lvl6pPr>
            <a:lvl7pPr marL="1900489" indent="0" algn="ctr">
              <a:buNone/>
              <a:defRPr sz="1108"/>
            </a:lvl7pPr>
            <a:lvl8pPr marL="2217237" indent="0" algn="ctr">
              <a:buNone/>
              <a:defRPr sz="1108"/>
            </a:lvl8pPr>
            <a:lvl9pPr marL="2533985" indent="0" algn="ctr">
              <a:buNone/>
              <a:defRPr sz="11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055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558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84548"/>
            <a:ext cx="10515600" cy="1976445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79691"/>
            <a:ext cx="10515600" cy="1039366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1pPr>
            <a:lvl2pPr marL="316748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2pPr>
            <a:lvl3pPr marL="633496" indent="0">
              <a:buNone/>
              <a:defRPr sz="1247">
                <a:solidFill>
                  <a:schemeClr val="tx1">
                    <a:tint val="75000"/>
                  </a:schemeClr>
                </a:solidFill>
              </a:defRPr>
            </a:lvl3pPr>
            <a:lvl4pPr marL="950244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993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3741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90048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72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3985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140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64837"/>
            <a:ext cx="5181600" cy="3014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64837"/>
            <a:ext cx="5181600" cy="3014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5697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52968"/>
            <a:ext cx="10515600" cy="9183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64750"/>
            <a:ext cx="5157787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735576"/>
            <a:ext cx="5157787" cy="2552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64750"/>
            <a:ext cx="5183188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35576"/>
            <a:ext cx="5183188" cy="2552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899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393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873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6759"/>
            <a:ext cx="3932237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84112"/>
            <a:ext cx="6172200" cy="337656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25417"/>
            <a:ext cx="3932237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02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6759"/>
            <a:ext cx="3932237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84112"/>
            <a:ext cx="6172200" cy="337656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48" indent="0">
              <a:buNone/>
              <a:defRPr sz="1940"/>
            </a:lvl2pPr>
            <a:lvl3pPr marL="633496" indent="0">
              <a:buNone/>
              <a:defRPr sz="1663"/>
            </a:lvl3pPr>
            <a:lvl4pPr marL="950244" indent="0">
              <a:buNone/>
              <a:defRPr sz="1386"/>
            </a:lvl4pPr>
            <a:lvl5pPr marL="1266993" indent="0">
              <a:buNone/>
              <a:defRPr sz="1386"/>
            </a:lvl5pPr>
            <a:lvl6pPr marL="1583741" indent="0">
              <a:buNone/>
              <a:defRPr sz="1386"/>
            </a:lvl6pPr>
            <a:lvl7pPr marL="1900489" indent="0">
              <a:buNone/>
              <a:defRPr sz="1386"/>
            </a:lvl7pPr>
            <a:lvl8pPr marL="2217237" indent="0">
              <a:buNone/>
              <a:defRPr sz="1386"/>
            </a:lvl8pPr>
            <a:lvl9pPr marL="2533985" indent="0">
              <a:buNone/>
              <a:defRPr sz="138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25417"/>
            <a:ext cx="3932237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112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9458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52967"/>
            <a:ext cx="2628900" cy="40265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2967"/>
            <a:ext cx="7734300" cy="40265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629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52968"/>
            <a:ext cx="10515600" cy="918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64837"/>
            <a:ext cx="10515600" cy="301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403833"/>
            <a:ext cx="274320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C0357-A929-45BB-BA9F-D9E4B0A67903}" type="datetimeFigureOut">
              <a:rPr lang="en-PH" smtClean="0"/>
              <a:t>29/10/2025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403833"/>
            <a:ext cx="411480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403833"/>
            <a:ext cx="274320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2D382-6EF1-4939-8116-AC12D5CFF52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652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33496" rtl="0" eaLnBrk="1" latinLnBrk="0" hangingPunct="1">
        <a:lnSpc>
          <a:spcPct val="90000"/>
        </a:lnSpc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74" indent="-158374" algn="l" defTabSz="633496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22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870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61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367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115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8863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611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35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48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496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244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993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741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489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237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3985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7AD979A-B4F8-3EBA-BBE8-628C54049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9901" y="1722448"/>
            <a:ext cx="4572000" cy="1034056"/>
          </a:xfrm>
        </p:spPr>
        <p:txBody>
          <a:bodyPr>
            <a:normAutofit/>
          </a:bodyPr>
          <a:lstStyle/>
          <a:p>
            <a:r>
              <a:rPr lang="en-PH" sz="66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ACCAD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1933996-9233-0AFB-7417-2AD88371B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9901" y="2756504"/>
            <a:ext cx="4572000" cy="1147152"/>
          </a:xfrm>
        </p:spPr>
        <p:txBody>
          <a:bodyPr>
            <a:normAutofit/>
          </a:bodyPr>
          <a:lstStyle/>
          <a:p>
            <a:r>
              <a:rPr lang="en-PH" sz="28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PROJECT MANAGER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38022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3947614"/>
            <a:ext cx="12192000" cy="903396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11" y="1321907"/>
            <a:ext cx="2900858" cy="2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9A12D-17EA-6DB3-5BEB-2DBFE60F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F3A3BAA-3E6C-295F-03B5-E1CA362ED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9901" y="1722448"/>
            <a:ext cx="4572000" cy="1034056"/>
          </a:xfrm>
        </p:spPr>
        <p:txBody>
          <a:bodyPr>
            <a:normAutofit/>
          </a:bodyPr>
          <a:lstStyle/>
          <a:p>
            <a:r>
              <a:rPr lang="en-PH" sz="66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GALLANO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085699AA-73BF-E163-767A-FA39009BF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9901" y="2756504"/>
            <a:ext cx="4572000" cy="1147152"/>
          </a:xfrm>
        </p:spPr>
        <p:txBody>
          <a:bodyPr>
            <a:normAutofit/>
          </a:bodyPr>
          <a:lstStyle/>
          <a:p>
            <a:r>
              <a:rPr lang="en-PH" sz="28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QUALITY ASSURANCE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2A1BE0-92D2-87D2-06F9-102DFB74A7A0}"/>
              </a:ext>
            </a:extLst>
          </p:cNvPr>
          <p:cNvSpPr/>
          <p:nvPr/>
        </p:nvSpPr>
        <p:spPr>
          <a:xfrm>
            <a:off x="0" y="0"/>
            <a:ext cx="12192000" cy="938022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7B806-51DE-1E2B-54B4-95D633FA2A57}"/>
              </a:ext>
            </a:extLst>
          </p:cNvPr>
          <p:cNvSpPr/>
          <p:nvPr/>
        </p:nvSpPr>
        <p:spPr>
          <a:xfrm>
            <a:off x="0" y="3947614"/>
            <a:ext cx="12192000" cy="903396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850026-85CA-0378-1D5A-1BDA528E55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11" y="1321907"/>
            <a:ext cx="2900858" cy="2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7AD979A-B4F8-3EBA-BBE8-628C54049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9901" y="1722448"/>
            <a:ext cx="4572000" cy="1034056"/>
          </a:xfrm>
        </p:spPr>
        <p:txBody>
          <a:bodyPr>
            <a:normAutofit fontScale="90000"/>
          </a:bodyPr>
          <a:lstStyle/>
          <a:p>
            <a:r>
              <a:rPr lang="en-PH" sz="66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MAMAUAG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1933996-9233-0AFB-7417-2AD88371B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9901" y="2756504"/>
            <a:ext cx="4572000" cy="1147152"/>
          </a:xfrm>
        </p:spPr>
        <p:txBody>
          <a:bodyPr>
            <a:normAutofit/>
          </a:bodyPr>
          <a:lstStyle/>
          <a:p>
            <a:r>
              <a:rPr lang="en-PH" sz="28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SYSTEM ANALYST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38022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0" y="3947614"/>
            <a:ext cx="12192000" cy="903396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11" y="1321907"/>
            <a:ext cx="2900858" cy="2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7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5C80D-8B17-ACA2-8C71-6A688BDAA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7B133F5-9D83-83C5-DC8B-B0CBCF1FA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9901" y="1722448"/>
            <a:ext cx="4572000" cy="1034056"/>
          </a:xfrm>
        </p:spPr>
        <p:txBody>
          <a:bodyPr>
            <a:normAutofit/>
          </a:bodyPr>
          <a:lstStyle/>
          <a:p>
            <a:r>
              <a:rPr lang="en-PH" sz="66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TAYAG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7D6A599-9660-B0BC-9E87-7D369489E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9901" y="2756504"/>
            <a:ext cx="4572000" cy="1147152"/>
          </a:xfrm>
        </p:spPr>
        <p:txBody>
          <a:bodyPr>
            <a:normAutofit/>
          </a:bodyPr>
          <a:lstStyle/>
          <a:p>
            <a:r>
              <a:rPr lang="en-PH" sz="2800" b="1" dirty="0">
                <a:solidFill>
                  <a:srgbClr val="006CB7"/>
                </a:solidFill>
                <a:latin typeface="Century Gothic" panose="020B0502020202020204" pitchFamily="34" charset="0"/>
              </a:rPr>
              <a:t>LEAD DEVELOPER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4C6BE0-6C15-8376-070C-4C71BCABA232}"/>
              </a:ext>
            </a:extLst>
          </p:cNvPr>
          <p:cNvSpPr/>
          <p:nvPr/>
        </p:nvSpPr>
        <p:spPr>
          <a:xfrm>
            <a:off x="0" y="0"/>
            <a:ext cx="12192000" cy="938022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0BF8E-34BF-0762-4D7A-275E62FF845C}"/>
              </a:ext>
            </a:extLst>
          </p:cNvPr>
          <p:cNvSpPr/>
          <p:nvPr/>
        </p:nvSpPr>
        <p:spPr>
          <a:xfrm>
            <a:off x="0" y="3947614"/>
            <a:ext cx="12192000" cy="903396"/>
          </a:xfrm>
          <a:prstGeom prst="rect">
            <a:avLst/>
          </a:prstGeom>
          <a:solidFill>
            <a:srgbClr val="006C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B792B-9D2A-8FB7-A9FD-FA0E2908ACC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11" y="1321907"/>
            <a:ext cx="2900858" cy="2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9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12</Words>
  <Application>Microsoft Office PowerPoint</Application>
  <PresentationFormat>Custom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Century Gothic</vt:lpstr>
      <vt:lpstr>Office Theme</vt:lpstr>
      <vt:lpstr>ACCAD</vt:lpstr>
      <vt:lpstr>GALLANO</vt:lpstr>
      <vt:lpstr>MAMAUAG</vt:lpstr>
      <vt:lpstr>TAYAG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NAME</dc:title>
  <dc:creator>Michael Charls Gaid</dc:creator>
  <cp:lastModifiedBy>Glenn Accad</cp:lastModifiedBy>
  <cp:revision>7</cp:revision>
  <dcterms:created xsi:type="dcterms:W3CDTF">2022-10-08T06:45:46Z</dcterms:created>
  <dcterms:modified xsi:type="dcterms:W3CDTF">2025-10-29T10:34:09Z</dcterms:modified>
</cp:coreProperties>
</file>