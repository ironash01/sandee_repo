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comment1.xml" ContentType="application/vnd.openxmlformats-officedocument.presentationml.comment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46"/>
  </p:notesMasterIdLst>
  <p:handoutMasterIdLst>
    <p:handoutMasterId r:id="rId47"/>
  </p:handoutMasterIdLst>
  <p:sldIdLst>
    <p:sldId id="387" r:id="rId2"/>
    <p:sldId id="386" r:id="rId3"/>
    <p:sldId id="378" r:id="rId4"/>
    <p:sldId id="385" r:id="rId5"/>
    <p:sldId id="395" r:id="rId6"/>
    <p:sldId id="425" r:id="rId7"/>
    <p:sldId id="388" r:id="rId8"/>
    <p:sldId id="383" r:id="rId9"/>
    <p:sldId id="381" r:id="rId10"/>
    <p:sldId id="399" r:id="rId11"/>
    <p:sldId id="389" r:id="rId12"/>
    <p:sldId id="400" r:id="rId13"/>
    <p:sldId id="390" r:id="rId14"/>
    <p:sldId id="401" r:id="rId15"/>
    <p:sldId id="391" r:id="rId16"/>
    <p:sldId id="396" r:id="rId17"/>
    <p:sldId id="392" r:id="rId18"/>
    <p:sldId id="404" r:id="rId19"/>
    <p:sldId id="397" r:id="rId20"/>
    <p:sldId id="406" r:id="rId21"/>
    <p:sldId id="402" r:id="rId22"/>
    <p:sldId id="405" r:id="rId23"/>
    <p:sldId id="409" r:id="rId24"/>
    <p:sldId id="393" r:id="rId25"/>
    <p:sldId id="407" r:id="rId26"/>
    <p:sldId id="408" r:id="rId27"/>
    <p:sldId id="398" r:id="rId28"/>
    <p:sldId id="403" r:id="rId29"/>
    <p:sldId id="411" r:id="rId30"/>
    <p:sldId id="410" r:id="rId31"/>
    <p:sldId id="394" r:id="rId32"/>
    <p:sldId id="419" r:id="rId33"/>
    <p:sldId id="420" r:id="rId34"/>
    <p:sldId id="421" r:id="rId35"/>
    <p:sldId id="422" r:id="rId36"/>
    <p:sldId id="423" r:id="rId37"/>
    <p:sldId id="412" r:id="rId38"/>
    <p:sldId id="413" r:id="rId39"/>
    <p:sldId id="414" r:id="rId40"/>
    <p:sldId id="415" r:id="rId41"/>
    <p:sldId id="416" r:id="rId42"/>
    <p:sldId id="417" r:id="rId43"/>
    <p:sldId id="418" r:id="rId44"/>
    <p:sldId id="424" r:id="rId45"/>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jbdelacruz" initials="m" lastIdx="2" clrIdx="0">
    <p:extLst>
      <p:ext uri="{19B8F6BF-5375-455C-9EA6-DF929625EA0E}">
        <p15:presenceInfo xmlns:p15="http://schemas.microsoft.com/office/powerpoint/2012/main" userId="mjbdelacruz"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FE27D7-2BA6-4E93-BA8B-1DE118C74449}" v="5" dt="2025-11-17T06:12:19.650"/>
    <p1510:client id="{7A8A3223-C84B-4E13-8C49-36E41A6F6CF4}" v="45" dt="2025-11-16T11:40:52.024"/>
    <p1510:client id="{82FE2F06-FE26-4973-A909-E2D735782346}" v="10" dt="2025-11-16T11:40:53.274"/>
    <p1510:client id="{AFC8D5FA-0CEA-4667-819F-A58DDF9BF689}" v="9" dt="2025-11-17T07:51:21.098"/>
    <p1510:client id="{DE5BD2F6-9DFE-4A09-9F02-27986A91DAC8}" v="56" dt="2025-11-17T09:24:36.7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DE5BD2F6-9DFE-4A09-9F02-27986A91DAC8}"/>
    <pc:docChg chg="modSld">
      <pc:chgData name="Guest User" userId="" providerId="Windows Live" clId="Web-{DE5BD2F6-9DFE-4A09-9F02-27986A91DAC8}" dt="2025-11-17T09:24:36.717" v="55" actId="20577"/>
      <pc:docMkLst>
        <pc:docMk/>
      </pc:docMkLst>
      <pc:sldChg chg="modSp">
        <pc:chgData name="Guest User" userId="" providerId="Windows Live" clId="Web-{DE5BD2F6-9DFE-4A09-9F02-27986A91DAC8}" dt="2025-11-17T09:24:36.717" v="55" actId="20577"/>
        <pc:sldMkLst>
          <pc:docMk/>
          <pc:sldMk cId="171083451" sldId="378"/>
        </pc:sldMkLst>
        <pc:spChg chg="mod">
          <ac:chgData name="Guest User" userId="" providerId="Windows Live" clId="Web-{DE5BD2F6-9DFE-4A09-9F02-27986A91DAC8}" dt="2025-11-17T09:24:36.717" v="55" actId="20577"/>
          <ac:spMkLst>
            <pc:docMk/>
            <pc:sldMk cId="171083451" sldId="378"/>
            <ac:spMk id="3" creationId="{00000000-0000-0000-0000-000000000000}"/>
          </ac:spMkLst>
        </pc:spChg>
      </pc:sldChg>
    </pc:docChg>
  </pc:docChgLst>
  <pc:docChgLst>
    <pc:chgData name="Guest User" providerId="Windows Live" clId="Web-{52C593F7-50A9-4917-A9D2-BD1FB89F9430}"/>
    <pc:docChg chg="addSld modSld sldOrd">
      <pc:chgData name="Guest User" userId="" providerId="Windows Live" clId="Web-{52C593F7-50A9-4917-A9D2-BD1FB89F9430}" dt="2025-10-29T11:49:40.858" v="160" actId="20577"/>
      <pc:docMkLst>
        <pc:docMk/>
      </pc:docMkLst>
      <pc:sldChg chg="modSp">
        <pc:chgData name="Guest User" userId="" providerId="Windows Live" clId="Web-{52C593F7-50A9-4917-A9D2-BD1FB89F9430}" dt="2025-10-29T11:49:40.858" v="160" actId="20577"/>
        <pc:sldMkLst>
          <pc:docMk/>
          <pc:sldMk cId="2496496024" sldId="385"/>
        </pc:sldMkLst>
        <pc:spChg chg="mod">
          <ac:chgData name="Guest User" userId="" providerId="Windows Live" clId="Web-{52C593F7-50A9-4917-A9D2-BD1FB89F9430}" dt="2025-10-29T11:49:40.858" v="160" actId="20577"/>
          <ac:spMkLst>
            <pc:docMk/>
            <pc:sldMk cId="2496496024" sldId="385"/>
            <ac:spMk id="3" creationId="{49F2C6E6-9CC1-5438-7E8A-170FE5B0988E}"/>
          </ac:spMkLst>
        </pc:spChg>
      </pc:sldChg>
      <pc:sldChg chg="modSp">
        <pc:chgData name="Guest User" userId="" providerId="Windows Live" clId="Web-{52C593F7-50A9-4917-A9D2-BD1FB89F9430}" dt="2025-10-29T10:28:21.283" v="4" actId="20577"/>
        <pc:sldMkLst>
          <pc:docMk/>
          <pc:sldMk cId="1444284103" sldId="401"/>
        </pc:sldMkLst>
        <pc:spChg chg="mod">
          <ac:chgData name="Guest User" userId="" providerId="Windows Live" clId="Web-{52C593F7-50A9-4917-A9D2-BD1FB89F9430}" dt="2025-10-29T10:28:21.283" v="4" actId="20577"/>
          <ac:spMkLst>
            <pc:docMk/>
            <pc:sldMk cId="1444284103" sldId="401"/>
            <ac:spMk id="7" creationId="{4AEB1799-80EE-272F-5123-3871FEE8A835}"/>
          </ac:spMkLst>
        </pc:spChg>
      </pc:sldChg>
      <pc:sldChg chg="addSp delSp modSp add ord replId">
        <pc:chgData name="Guest User" userId="" providerId="Windows Live" clId="Web-{52C593F7-50A9-4917-A9D2-BD1FB89F9430}" dt="2025-10-29T10:49:40.478" v="117" actId="20577"/>
        <pc:sldMkLst>
          <pc:docMk/>
          <pc:sldMk cId="3845914370" sldId="402"/>
        </pc:sldMkLst>
        <pc:spChg chg="mod">
          <ac:chgData name="Guest User" userId="" providerId="Windows Live" clId="Web-{52C593F7-50A9-4917-A9D2-BD1FB89F9430}" dt="2025-10-29T10:49:40.478" v="117" actId="20577"/>
          <ac:spMkLst>
            <pc:docMk/>
            <pc:sldMk cId="3845914370" sldId="402"/>
            <ac:spMk id="7" creationId="{44379ADC-B775-5C00-3DD9-2167DAC32174}"/>
          </ac:spMkLst>
        </pc:spChg>
        <pc:spChg chg="mod">
          <ac:chgData name="Guest User" userId="" providerId="Windows Live" clId="Web-{52C593F7-50A9-4917-A9D2-BD1FB89F9430}" dt="2025-10-29T10:31:43.097" v="8" actId="20577"/>
          <ac:spMkLst>
            <pc:docMk/>
            <pc:sldMk cId="3845914370" sldId="402"/>
            <ac:spMk id="26" creationId="{2C4C8B01-B25D-2AF6-4D6F-515A6FE7CD0A}"/>
          </ac:spMkLst>
        </pc:spChg>
        <pc:picChg chg="add mod">
          <ac:chgData name="Guest User" userId="" providerId="Windows Live" clId="Web-{52C593F7-50A9-4917-A9D2-BD1FB89F9430}" dt="2025-10-29T10:37:54.487" v="55" actId="14100"/>
          <ac:picMkLst>
            <pc:docMk/>
            <pc:sldMk cId="3845914370" sldId="402"/>
            <ac:picMk id="6" creationId="{265E7255-7F49-B18E-2578-EE3B13D37E81}"/>
          </ac:picMkLst>
        </pc:picChg>
      </pc:sldChg>
      <pc:sldChg chg="addSp delSp modSp add ord replId">
        <pc:chgData name="Guest User" userId="" providerId="Windows Live" clId="Web-{52C593F7-50A9-4917-A9D2-BD1FB89F9430}" dt="2025-10-29T10:54:44.625" v="156" actId="20577"/>
        <pc:sldMkLst>
          <pc:docMk/>
          <pc:sldMk cId="1518126311" sldId="403"/>
        </pc:sldMkLst>
        <pc:spChg chg="mod">
          <ac:chgData name="Guest User" userId="" providerId="Windows Live" clId="Web-{52C593F7-50A9-4917-A9D2-BD1FB89F9430}" dt="2025-10-29T10:54:44.625" v="156" actId="20577"/>
          <ac:spMkLst>
            <pc:docMk/>
            <pc:sldMk cId="1518126311" sldId="403"/>
            <ac:spMk id="7" creationId="{F433399C-E18C-C461-9C99-2B995AB3E145}"/>
          </ac:spMkLst>
        </pc:spChg>
        <pc:picChg chg="add mod">
          <ac:chgData name="Guest User" userId="" providerId="Windows Live" clId="Web-{52C593F7-50A9-4917-A9D2-BD1FB89F9430}" dt="2025-10-29T10:54:37.281" v="152" actId="1076"/>
          <ac:picMkLst>
            <pc:docMk/>
            <pc:sldMk cId="1518126311" sldId="403"/>
            <ac:picMk id="3" creationId="{EF18C925-70E3-146B-B4EE-D7CC2DC7A56B}"/>
          </ac:picMkLst>
        </pc:picChg>
      </pc:sldChg>
      <pc:sldChg chg="addSp delSp modSp add ord replId">
        <pc:chgData name="Guest User" userId="" providerId="Windows Live" clId="Web-{52C593F7-50A9-4917-A9D2-BD1FB89F9430}" dt="2025-10-29T10:42:58.861" v="84" actId="1076"/>
        <pc:sldMkLst>
          <pc:docMk/>
          <pc:sldMk cId="2551134430" sldId="404"/>
        </pc:sldMkLst>
        <pc:spChg chg="mod">
          <ac:chgData name="Guest User" userId="" providerId="Windows Live" clId="Web-{52C593F7-50A9-4917-A9D2-BD1FB89F9430}" dt="2025-10-29T10:42:09.218" v="79" actId="20577"/>
          <ac:spMkLst>
            <pc:docMk/>
            <pc:sldMk cId="2551134430" sldId="404"/>
            <ac:spMk id="7" creationId="{3BC93F3D-0BCA-B546-3D50-D2863F6143C8}"/>
          </ac:spMkLst>
        </pc:spChg>
        <pc:picChg chg="add mod">
          <ac:chgData name="Guest User" userId="" providerId="Windows Live" clId="Web-{52C593F7-50A9-4917-A9D2-BD1FB89F9430}" dt="2025-10-29T10:42:58.861" v="84" actId="1076"/>
          <ac:picMkLst>
            <pc:docMk/>
            <pc:sldMk cId="2551134430" sldId="404"/>
            <ac:picMk id="3" creationId="{621DBDA8-E32E-D7FD-9207-BDB218ECC040}"/>
          </ac:picMkLst>
        </pc:picChg>
      </pc:sldChg>
      <pc:sldChg chg="addSp delSp modSp add ord replId">
        <pc:chgData name="Guest User" userId="" providerId="Windows Live" clId="Web-{52C593F7-50A9-4917-A9D2-BD1FB89F9430}" dt="2025-10-29T10:49:12.868" v="113"/>
        <pc:sldMkLst>
          <pc:docMk/>
          <pc:sldMk cId="4158786330" sldId="405"/>
        </pc:sldMkLst>
        <pc:spChg chg="mod">
          <ac:chgData name="Guest User" userId="" providerId="Windows Live" clId="Web-{52C593F7-50A9-4917-A9D2-BD1FB89F9430}" dt="2025-10-29T10:46:21.053" v="107" actId="20577"/>
          <ac:spMkLst>
            <pc:docMk/>
            <pc:sldMk cId="4158786330" sldId="405"/>
            <ac:spMk id="7" creationId="{4586C1D6-9824-C906-7C6E-3D9118425D37}"/>
          </ac:spMkLst>
        </pc:spChg>
        <pc:picChg chg="add mod">
          <ac:chgData name="Guest User" userId="" providerId="Windows Live" clId="Web-{52C593F7-50A9-4917-A9D2-BD1FB89F9430}" dt="2025-10-29T10:46:36.663" v="111" actId="1076"/>
          <ac:picMkLst>
            <pc:docMk/>
            <pc:sldMk cId="4158786330" sldId="405"/>
            <ac:picMk id="3" creationId="{2F07DBAA-CCB4-9577-2597-DACE4B799580}"/>
          </ac:picMkLst>
        </pc:picChg>
      </pc:sldChg>
      <pc:sldChg chg="addSp delSp modSp add ord replId">
        <pc:chgData name="Guest User" userId="" providerId="Windows Live" clId="Web-{52C593F7-50A9-4917-A9D2-BD1FB89F9430}" dt="2025-10-29T10:51:15.154" v="132" actId="20577"/>
        <pc:sldMkLst>
          <pc:docMk/>
          <pc:sldMk cId="2236086129" sldId="406"/>
        </pc:sldMkLst>
        <pc:spChg chg="mod">
          <ac:chgData name="Guest User" userId="" providerId="Windows Live" clId="Web-{52C593F7-50A9-4917-A9D2-BD1FB89F9430}" dt="2025-10-29T10:51:15.154" v="132" actId="20577"/>
          <ac:spMkLst>
            <pc:docMk/>
            <pc:sldMk cId="2236086129" sldId="406"/>
            <ac:spMk id="7" creationId="{E0C6C48C-D61F-B4D0-0A9A-7F43B9DF755D}"/>
          </ac:spMkLst>
        </pc:spChg>
        <pc:picChg chg="add mod">
          <ac:chgData name="Guest User" userId="" providerId="Windows Live" clId="Web-{52C593F7-50A9-4917-A9D2-BD1FB89F9430}" dt="2025-10-29T10:50:45.916" v="125" actId="1076"/>
          <ac:picMkLst>
            <pc:docMk/>
            <pc:sldMk cId="2236086129" sldId="406"/>
            <ac:picMk id="2" creationId="{AB8B425A-B35D-94DF-A4F9-62C06E8AC2E3}"/>
          </ac:picMkLst>
        </pc:picChg>
      </pc:sldChg>
      <pc:sldChg chg="add ord replId">
        <pc:chgData name="Guest User" userId="" providerId="Windows Live" clId="Web-{52C593F7-50A9-4917-A9D2-BD1FB89F9430}" dt="2025-10-29T10:52:09.176" v="134"/>
        <pc:sldMkLst>
          <pc:docMk/>
          <pc:sldMk cId="149205702" sldId="407"/>
        </pc:sldMkLst>
      </pc:sldChg>
      <pc:sldChg chg="add ord replId">
        <pc:chgData name="Guest User" userId="" providerId="Windows Live" clId="Web-{52C593F7-50A9-4917-A9D2-BD1FB89F9430}" dt="2025-10-29T10:52:19.208" v="136"/>
        <pc:sldMkLst>
          <pc:docMk/>
          <pc:sldMk cId="3319563464" sldId="408"/>
        </pc:sldMkLst>
      </pc:sldChg>
      <pc:sldChg chg="add ord replId">
        <pc:chgData name="Guest User" userId="" providerId="Windows Live" clId="Web-{52C593F7-50A9-4917-A9D2-BD1FB89F9430}" dt="2025-10-29T10:53:06.821" v="140"/>
        <pc:sldMkLst>
          <pc:docMk/>
          <pc:sldMk cId="1434069368" sldId="409"/>
        </pc:sldMkLst>
      </pc:sldChg>
      <pc:sldChg chg="add replId">
        <pc:chgData name="Guest User" userId="" providerId="Windows Live" clId="Web-{52C593F7-50A9-4917-A9D2-BD1FB89F9430}" dt="2025-10-29T10:53:59.857" v="141"/>
        <pc:sldMkLst>
          <pc:docMk/>
          <pc:sldMk cId="2038893191" sldId="410"/>
        </pc:sldMkLst>
      </pc:sldChg>
    </pc:docChg>
  </pc:docChgLst>
  <pc:docChgLst>
    <pc:chgData name="Glenn Accad" userId="37517598972bb8e0" providerId="Windows Live" clId="Web-{89CD44AF-1234-60AC-D2F0-E9E29D1844D8}"/>
    <pc:docChg chg="modSld">
      <pc:chgData name="Glenn Accad" userId="37517598972bb8e0" providerId="Windows Live" clId="Web-{89CD44AF-1234-60AC-D2F0-E9E29D1844D8}" dt="2025-10-30T04:07:32.644" v="8" actId="20577"/>
      <pc:docMkLst>
        <pc:docMk/>
      </pc:docMkLst>
      <pc:sldChg chg="modSp">
        <pc:chgData name="Glenn Accad" userId="37517598972bb8e0" providerId="Windows Live" clId="Web-{89CD44AF-1234-60AC-D2F0-E9E29D1844D8}" dt="2025-10-30T04:07:32.644" v="8" actId="20577"/>
        <pc:sldMkLst>
          <pc:docMk/>
          <pc:sldMk cId="3498432728" sldId="425"/>
        </pc:sldMkLst>
        <pc:spChg chg="mod">
          <ac:chgData name="Glenn Accad" userId="37517598972bb8e0" providerId="Windows Live" clId="Web-{89CD44AF-1234-60AC-D2F0-E9E29D1844D8}" dt="2025-10-30T04:07:32.644" v="8" actId="20577"/>
          <ac:spMkLst>
            <pc:docMk/>
            <pc:sldMk cId="3498432728" sldId="425"/>
            <ac:spMk id="3" creationId="{D7FBA08B-F67C-C9C3-2279-78F2AE8259A4}"/>
          </ac:spMkLst>
        </pc:spChg>
      </pc:sldChg>
    </pc:docChg>
  </pc:docChgLst>
  <pc:docChgLst>
    <pc:chgData name="Glenn Accad" userId="37517598972bb8e0" providerId="LiveId" clId="{A49102A1-5B61-490B-A2B6-A3340B337435}"/>
    <pc:docChg chg="undo redo custSel addSld delSld modSld sldOrd">
      <pc:chgData name="Glenn Accad" userId="37517598972bb8e0" providerId="LiveId" clId="{A49102A1-5B61-490B-A2B6-A3340B337435}" dt="2025-11-16T11:40:53.274" v="493" actId="20577"/>
      <pc:docMkLst>
        <pc:docMk/>
      </pc:docMkLst>
      <pc:sldChg chg="modSp mod">
        <pc:chgData name="Glenn Accad" userId="37517598972bb8e0" providerId="LiveId" clId="{A49102A1-5B61-490B-A2B6-A3340B337435}" dt="2025-10-26T07:18:06.062" v="137" actId="404"/>
        <pc:sldMkLst>
          <pc:docMk/>
          <pc:sldMk cId="171083451" sldId="378"/>
        </pc:sldMkLst>
        <pc:spChg chg="mod">
          <ac:chgData name="Glenn Accad" userId="37517598972bb8e0" providerId="LiveId" clId="{A49102A1-5B61-490B-A2B6-A3340B337435}" dt="2025-10-26T07:18:06.062" v="137" actId="404"/>
          <ac:spMkLst>
            <pc:docMk/>
            <pc:sldMk cId="171083451" sldId="378"/>
            <ac:spMk id="3" creationId="{00000000-0000-0000-0000-000000000000}"/>
          </ac:spMkLst>
        </pc:spChg>
      </pc:sldChg>
      <pc:sldChg chg="modSp mod">
        <pc:chgData name="Glenn Accad" userId="37517598972bb8e0" providerId="LiveId" clId="{A49102A1-5B61-490B-A2B6-A3340B337435}" dt="2025-10-24T18:23:28.475" v="39"/>
        <pc:sldMkLst>
          <pc:docMk/>
          <pc:sldMk cId="3101308555" sldId="381"/>
        </pc:sldMkLst>
        <pc:spChg chg="mod">
          <ac:chgData name="Glenn Accad" userId="37517598972bb8e0" providerId="LiveId" clId="{A49102A1-5B61-490B-A2B6-A3340B337435}" dt="2025-10-24T18:23:28.475" v="39"/>
          <ac:spMkLst>
            <pc:docMk/>
            <pc:sldMk cId="3101308555" sldId="381"/>
            <ac:spMk id="6" creationId="{B973C4D1-98CE-C0A7-7753-34F394B67D64}"/>
          </ac:spMkLst>
        </pc:spChg>
      </pc:sldChg>
      <pc:sldChg chg="modSp mod">
        <pc:chgData name="Glenn Accad" userId="37517598972bb8e0" providerId="LiveId" clId="{A49102A1-5B61-490B-A2B6-A3340B337435}" dt="2025-10-29T12:01:53.730" v="361" actId="403"/>
        <pc:sldMkLst>
          <pc:docMk/>
          <pc:sldMk cId="3412024488" sldId="383"/>
        </pc:sldMkLst>
        <pc:spChg chg="mod">
          <ac:chgData name="Glenn Accad" userId="37517598972bb8e0" providerId="LiveId" clId="{A49102A1-5B61-490B-A2B6-A3340B337435}" dt="2025-10-29T12:01:53.730" v="361" actId="403"/>
          <ac:spMkLst>
            <pc:docMk/>
            <pc:sldMk cId="3412024488" sldId="383"/>
            <ac:spMk id="2" creationId="{79AC4F92-D192-4855-D5F1-875584C2F19C}"/>
          </ac:spMkLst>
        </pc:spChg>
      </pc:sldChg>
      <pc:sldChg chg="modSp mod">
        <pc:chgData name="Glenn Accad" userId="37517598972bb8e0" providerId="LiveId" clId="{A49102A1-5B61-490B-A2B6-A3340B337435}" dt="2025-11-16T11:40:53.274" v="493" actId="20577"/>
        <pc:sldMkLst>
          <pc:docMk/>
          <pc:sldMk cId="2496496024" sldId="385"/>
        </pc:sldMkLst>
        <pc:spChg chg="mod">
          <ac:chgData name="Glenn Accad" userId="37517598972bb8e0" providerId="LiveId" clId="{A49102A1-5B61-490B-A2B6-A3340B337435}" dt="2025-11-16T11:40:53.274" v="493" actId="20577"/>
          <ac:spMkLst>
            <pc:docMk/>
            <pc:sldMk cId="2496496024" sldId="385"/>
            <ac:spMk id="3" creationId="{49F2C6E6-9CC1-5438-7E8A-170FE5B0988E}"/>
          </ac:spMkLst>
        </pc:spChg>
      </pc:sldChg>
      <pc:sldChg chg="modSp">
        <pc:chgData name="Glenn Accad" userId="37517598972bb8e0" providerId="LiveId" clId="{A49102A1-5B61-490B-A2B6-A3340B337435}" dt="2025-10-24T17:57:35.620" v="0"/>
        <pc:sldMkLst>
          <pc:docMk/>
          <pc:sldMk cId="1161056391" sldId="386"/>
        </pc:sldMkLst>
        <pc:spChg chg="mod">
          <ac:chgData name="Glenn Accad" userId="37517598972bb8e0" providerId="LiveId" clId="{A49102A1-5B61-490B-A2B6-A3340B337435}" dt="2025-10-24T17:57:35.620" v="0"/>
          <ac:spMkLst>
            <pc:docMk/>
            <pc:sldMk cId="1161056391" sldId="386"/>
            <ac:spMk id="5" creationId="{00000000-0000-0000-0000-000000000000}"/>
          </ac:spMkLst>
        </pc:spChg>
      </pc:sldChg>
      <pc:sldChg chg="modSp mod">
        <pc:chgData name="Glenn Accad" userId="37517598972bb8e0" providerId="LiveId" clId="{A49102A1-5B61-490B-A2B6-A3340B337435}" dt="2025-11-16T09:46:47.712" v="427" actId="20577"/>
        <pc:sldMkLst>
          <pc:docMk/>
          <pc:sldMk cId="268111493" sldId="387"/>
        </pc:sldMkLst>
        <pc:spChg chg="mod">
          <ac:chgData name="Glenn Accad" userId="37517598972bb8e0" providerId="LiveId" clId="{A49102A1-5B61-490B-A2B6-A3340B337435}" dt="2025-11-16T09:46:47.712" v="427" actId="20577"/>
          <ac:spMkLst>
            <pc:docMk/>
            <pc:sldMk cId="268111493" sldId="387"/>
            <ac:spMk id="3" creationId="{84E0491D-BF88-E690-B78D-0A5779D95303}"/>
          </ac:spMkLst>
        </pc:spChg>
      </pc:sldChg>
      <pc:sldChg chg="modSp mod">
        <pc:chgData name="Glenn Accad" userId="37517598972bb8e0" providerId="LiveId" clId="{A49102A1-5B61-490B-A2B6-A3340B337435}" dt="2025-11-16T09:52:07.135" v="450" actId="113"/>
        <pc:sldMkLst>
          <pc:docMk/>
          <pc:sldMk cId="241641147" sldId="388"/>
        </pc:sldMkLst>
        <pc:spChg chg="mod">
          <ac:chgData name="Glenn Accad" userId="37517598972bb8e0" providerId="LiveId" clId="{A49102A1-5B61-490B-A2B6-A3340B337435}" dt="2025-11-16T09:52:07.135" v="450" actId="113"/>
          <ac:spMkLst>
            <pc:docMk/>
            <pc:sldMk cId="241641147" sldId="388"/>
            <ac:spMk id="2" creationId="{79AC4F92-D192-4855-D5F1-875584C2F19C}"/>
          </ac:spMkLst>
        </pc:spChg>
        <pc:spChg chg="mod">
          <ac:chgData name="Glenn Accad" userId="37517598972bb8e0" providerId="LiveId" clId="{A49102A1-5B61-490B-A2B6-A3340B337435}" dt="2025-10-29T11:59:13.624" v="312" actId="120"/>
          <ac:spMkLst>
            <pc:docMk/>
            <pc:sldMk cId="241641147" sldId="388"/>
            <ac:spMk id="3" creationId="{911796F6-94D3-63BE-0941-40003663E6B6}"/>
          </ac:spMkLst>
        </pc:spChg>
      </pc:sldChg>
      <pc:sldChg chg="modSp add">
        <pc:chgData name="Glenn Accad" userId="37517598972bb8e0" providerId="LiveId" clId="{A49102A1-5B61-490B-A2B6-A3340B337435}" dt="2025-10-24T18:23:46.903" v="47"/>
        <pc:sldMkLst>
          <pc:docMk/>
          <pc:sldMk cId="3955044153" sldId="389"/>
        </pc:sldMkLst>
        <pc:spChg chg="mod">
          <ac:chgData name="Glenn Accad" userId="37517598972bb8e0" providerId="LiveId" clId="{A49102A1-5B61-490B-A2B6-A3340B337435}" dt="2025-10-24T18:23:46.903" v="47"/>
          <ac:spMkLst>
            <pc:docMk/>
            <pc:sldMk cId="3955044153" sldId="389"/>
            <ac:spMk id="6" creationId="{F115B840-DFE9-6644-1BAE-D08878C4D2BE}"/>
          </ac:spMkLst>
        </pc:spChg>
      </pc:sldChg>
      <pc:sldChg chg="modSp add">
        <pc:chgData name="Glenn Accad" userId="37517598972bb8e0" providerId="LiveId" clId="{A49102A1-5B61-490B-A2B6-A3340B337435}" dt="2025-10-24T18:24:02.593" v="49"/>
        <pc:sldMkLst>
          <pc:docMk/>
          <pc:sldMk cId="2452889431" sldId="390"/>
        </pc:sldMkLst>
        <pc:spChg chg="mod">
          <ac:chgData name="Glenn Accad" userId="37517598972bb8e0" providerId="LiveId" clId="{A49102A1-5B61-490B-A2B6-A3340B337435}" dt="2025-10-24T18:24:02.593" v="49"/>
          <ac:spMkLst>
            <pc:docMk/>
            <pc:sldMk cId="2452889431" sldId="390"/>
            <ac:spMk id="6" creationId="{179402DD-0E16-6019-DD49-CF0B1CECB6D8}"/>
          </ac:spMkLst>
        </pc:spChg>
      </pc:sldChg>
      <pc:sldChg chg="modSp add mod">
        <pc:chgData name="Glenn Accad" userId="37517598972bb8e0" providerId="LiveId" clId="{A49102A1-5B61-490B-A2B6-A3340B337435}" dt="2025-10-26T07:18:58" v="156" actId="27636"/>
        <pc:sldMkLst>
          <pc:docMk/>
          <pc:sldMk cId="3916689961" sldId="391"/>
        </pc:sldMkLst>
        <pc:spChg chg="mod">
          <ac:chgData name="Glenn Accad" userId="37517598972bb8e0" providerId="LiveId" clId="{A49102A1-5B61-490B-A2B6-A3340B337435}" dt="2025-10-26T07:18:58" v="156" actId="27636"/>
          <ac:spMkLst>
            <pc:docMk/>
            <pc:sldMk cId="3916689961" sldId="391"/>
            <ac:spMk id="6" creationId="{C4DD3B89-352A-3493-9400-3F7543396765}"/>
          </ac:spMkLst>
        </pc:spChg>
      </pc:sldChg>
      <pc:sldChg chg="modSp add mod">
        <pc:chgData name="Glenn Accad" userId="37517598972bb8e0" providerId="LiveId" clId="{A49102A1-5B61-490B-A2B6-A3340B337435}" dt="2025-10-26T07:29:50.382" v="215" actId="27636"/>
        <pc:sldMkLst>
          <pc:docMk/>
          <pc:sldMk cId="804311405" sldId="392"/>
        </pc:sldMkLst>
        <pc:spChg chg="mod">
          <ac:chgData name="Glenn Accad" userId="37517598972bb8e0" providerId="LiveId" clId="{A49102A1-5B61-490B-A2B6-A3340B337435}" dt="2025-10-26T07:29:50.382" v="215" actId="27636"/>
          <ac:spMkLst>
            <pc:docMk/>
            <pc:sldMk cId="804311405" sldId="392"/>
            <ac:spMk id="6" creationId="{6118B286-6023-57D4-52B5-066BC2664D78}"/>
          </ac:spMkLst>
        </pc:spChg>
      </pc:sldChg>
      <pc:sldChg chg="modSp add mod">
        <pc:chgData name="Glenn Accad" userId="37517598972bb8e0" providerId="LiveId" clId="{A49102A1-5B61-490B-A2B6-A3340B337435}" dt="2025-10-26T07:31:45.477" v="218" actId="27636"/>
        <pc:sldMkLst>
          <pc:docMk/>
          <pc:sldMk cId="3666627407" sldId="393"/>
        </pc:sldMkLst>
        <pc:spChg chg="mod">
          <ac:chgData name="Glenn Accad" userId="37517598972bb8e0" providerId="LiveId" clId="{A49102A1-5B61-490B-A2B6-A3340B337435}" dt="2025-10-26T07:31:45.477" v="218" actId="27636"/>
          <ac:spMkLst>
            <pc:docMk/>
            <pc:sldMk cId="3666627407" sldId="393"/>
            <ac:spMk id="6" creationId="{EF5B1759-E715-CF3B-8BCD-165894B30EC3}"/>
          </ac:spMkLst>
        </pc:spChg>
      </pc:sldChg>
      <pc:sldChg chg="modSp add mod">
        <pc:chgData name="Glenn Accad" userId="37517598972bb8e0" providerId="LiveId" clId="{A49102A1-5B61-490B-A2B6-A3340B337435}" dt="2025-10-24T18:27:07.816" v="78" actId="5793"/>
        <pc:sldMkLst>
          <pc:docMk/>
          <pc:sldMk cId="3267194054" sldId="394"/>
        </pc:sldMkLst>
        <pc:spChg chg="mod">
          <ac:chgData name="Glenn Accad" userId="37517598972bb8e0" providerId="LiveId" clId="{A49102A1-5B61-490B-A2B6-A3340B337435}" dt="2025-10-24T18:27:07.816" v="78" actId="5793"/>
          <ac:spMkLst>
            <pc:docMk/>
            <pc:sldMk cId="3267194054" sldId="394"/>
            <ac:spMk id="6" creationId="{501511BD-59D4-4F2F-36BC-38BD1E6CB8E5}"/>
          </ac:spMkLst>
        </pc:spChg>
      </pc:sldChg>
      <pc:sldChg chg="addSp delSp modSp add mod">
        <pc:chgData name="Glenn Accad" userId="37517598972bb8e0" providerId="LiveId" clId="{A49102A1-5B61-490B-A2B6-A3340B337435}" dt="2025-11-16T09:51:21.980" v="448" actId="20577"/>
        <pc:sldMkLst>
          <pc:docMk/>
          <pc:sldMk cId="3875857840" sldId="395"/>
        </pc:sldMkLst>
        <pc:spChg chg="add del mod">
          <ac:chgData name="Glenn Accad" userId="37517598972bb8e0" providerId="LiveId" clId="{A49102A1-5B61-490B-A2B6-A3340B337435}" dt="2025-11-16T09:51:21.980" v="448" actId="20577"/>
          <ac:spMkLst>
            <pc:docMk/>
            <pc:sldMk cId="3875857840" sldId="395"/>
            <ac:spMk id="3" creationId="{2FE3D0F4-A474-7B12-76FD-2C32E243ECA8}"/>
          </ac:spMkLst>
        </pc:spChg>
        <pc:spChg chg="mod">
          <ac:chgData name="Glenn Accad" userId="37517598972bb8e0" providerId="LiveId" clId="{A49102A1-5B61-490B-A2B6-A3340B337435}" dt="2025-10-24T18:28:37.093" v="95" actId="20577"/>
          <ac:spMkLst>
            <pc:docMk/>
            <pc:sldMk cId="3875857840" sldId="395"/>
            <ac:spMk id="7" creationId="{424BFAD8-70D9-F7D2-52A1-53F62B007097}"/>
          </ac:spMkLst>
        </pc:spChg>
      </pc:sldChg>
      <pc:sldChg chg="modSp add mod">
        <pc:chgData name="Glenn Accad" userId="37517598972bb8e0" providerId="LiveId" clId="{A49102A1-5B61-490B-A2B6-A3340B337435}" dt="2025-11-03T03:49:36.198" v="385" actId="20577"/>
        <pc:sldMkLst>
          <pc:docMk/>
          <pc:sldMk cId="3251751062" sldId="396"/>
        </pc:sldMkLst>
        <pc:spChg chg="mod">
          <ac:chgData name="Glenn Accad" userId="37517598972bb8e0" providerId="LiveId" clId="{A49102A1-5B61-490B-A2B6-A3340B337435}" dt="2025-11-03T03:49:36.198" v="385" actId="20577"/>
          <ac:spMkLst>
            <pc:docMk/>
            <pc:sldMk cId="3251751062" sldId="396"/>
            <ac:spMk id="6" creationId="{F1F13319-2348-387F-DA14-066CE307BDDF}"/>
          </ac:spMkLst>
        </pc:spChg>
      </pc:sldChg>
      <pc:sldChg chg="modSp add mod">
        <pc:chgData name="Glenn Accad" userId="37517598972bb8e0" providerId="LiveId" clId="{A49102A1-5B61-490B-A2B6-A3340B337435}" dt="2025-10-26T07:29:45.932" v="207" actId="403"/>
        <pc:sldMkLst>
          <pc:docMk/>
          <pc:sldMk cId="1322219963" sldId="397"/>
        </pc:sldMkLst>
        <pc:spChg chg="mod">
          <ac:chgData name="Glenn Accad" userId="37517598972bb8e0" providerId="LiveId" clId="{A49102A1-5B61-490B-A2B6-A3340B337435}" dt="2025-10-26T07:29:45.932" v="207" actId="403"/>
          <ac:spMkLst>
            <pc:docMk/>
            <pc:sldMk cId="1322219963" sldId="397"/>
            <ac:spMk id="6" creationId="{6C8BC604-6FA0-4663-C575-2EE4EB960C50}"/>
          </ac:spMkLst>
        </pc:spChg>
      </pc:sldChg>
      <pc:sldChg chg="modSp add mod">
        <pc:chgData name="Glenn Accad" userId="37517598972bb8e0" providerId="LiveId" clId="{A49102A1-5B61-490B-A2B6-A3340B337435}" dt="2025-10-26T07:31:47.707" v="220" actId="27636"/>
        <pc:sldMkLst>
          <pc:docMk/>
          <pc:sldMk cId="693353654" sldId="398"/>
        </pc:sldMkLst>
        <pc:spChg chg="mod">
          <ac:chgData name="Glenn Accad" userId="37517598972bb8e0" providerId="LiveId" clId="{A49102A1-5B61-490B-A2B6-A3340B337435}" dt="2025-10-26T07:31:47.707" v="220" actId="27636"/>
          <ac:spMkLst>
            <pc:docMk/>
            <pc:sldMk cId="693353654" sldId="398"/>
            <ac:spMk id="6" creationId="{9BFBD29C-4B5C-87D3-6355-7AE10207C5B4}"/>
          </ac:spMkLst>
        </pc:spChg>
      </pc:sldChg>
      <pc:sldChg chg="addSp delSp modSp add mod ord">
        <pc:chgData name="Glenn Accad" userId="37517598972bb8e0" providerId="LiveId" clId="{A49102A1-5B61-490B-A2B6-A3340B337435}" dt="2025-10-26T14:40:39.929" v="276"/>
        <pc:sldMkLst>
          <pc:docMk/>
          <pc:sldMk cId="2514214459" sldId="399"/>
        </pc:sldMkLst>
        <pc:spChg chg="add mod">
          <ac:chgData name="Glenn Accad" userId="37517598972bb8e0" providerId="LiveId" clId="{A49102A1-5B61-490B-A2B6-A3340B337435}" dt="2025-10-26T14:40:29.821" v="268" actId="1076"/>
          <ac:spMkLst>
            <pc:docMk/>
            <pc:sldMk cId="2514214459" sldId="399"/>
            <ac:spMk id="7" creationId="{A1DBC7CF-F47E-4013-E026-CD7ECE7F16FD}"/>
          </ac:spMkLst>
        </pc:spChg>
        <pc:spChg chg="mod">
          <ac:chgData name="Glenn Accad" userId="37517598972bb8e0" providerId="LiveId" clId="{A49102A1-5B61-490B-A2B6-A3340B337435}" dt="2025-10-26T14:39:56.981" v="237" actId="1076"/>
          <ac:spMkLst>
            <pc:docMk/>
            <pc:sldMk cId="2514214459" sldId="399"/>
            <ac:spMk id="26" creationId="{F932EA10-C6FC-793E-2112-508978F8491C}"/>
          </ac:spMkLst>
        </pc:spChg>
        <pc:picChg chg="add mod ord">
          <ac:chgData name="Glenn Accad" userId="37517598972bb8e0" providerId="LiveId" clId="{A49102A1-5B61-490B-A2B6-A3340B337435}" dt="2025-10-26T14:39:59.494" v="238" actId="1076"/>
          <ac:picMkLst>
            <pc:docMk/>
            <pc:sldMk cId="2514214459" sldId="399"/>
            <ac:picMk id="5" creationId="{48814E1E-CC9B-CAC6-E9F1-8360B42F035D}"/>
          </ac:picMkLst>
        </pc:picChg>
      </pc:sldChg>
      <pc:sldChg chg="addSp delSp modSp add mod ord">
        <pc:chgData name="Glenn Accad" userId="37517598972bb8e0" providerId="LiveId" clId="{A49102A1-5B61-490B-A2B6-A3340B337435}" dt="2025-10-26T14:41:36.394" v="300" actId="20577"/>
        <pc:sldMkLst>
          <pc:docMk/>
          <pc:sldMk cId="3386002121" sldId="400"/>
        </pc:sldMkLst>
        <pc:spChg chg="mod">
          <ac:chgData name="Glenn Accad" userId="37517598972bb8e0" providerId="LiveId" clId="{A49102A1-5B61-490B-A2B6-A3340B337435}" dt="2025-10-26T14:41:36.394" v="300" actId="20577"/>
          <ac:spMkLst>
            <pc:docMk/>
            <pc:sldMk cId="3386002121" sldId="400"/>
            <ac:spMk id="7" creationId="{79F83084-0A28-9C15-82B1-BE3F73291AE6}"/>
          </ac:spMkLst>
        </pc:spChg>
        <pc:picChg chg="add mod">
          <ac:chgData name="Glenn Accad" userId="37517598972bb8e0" providerId="LiveId" clId="{A49102A1-5B61-490B-A2B6-A3340B337435}" dt="2025-10-26T14:41:29.630" v="285" actId="1076"/>
          <ac:picMkLst>
            <pc:docMk/>
            <pc:sldMk cId="3386002121" sldId="400"/>
            <ac:picMk id="3" creationId="{DF82E0C5-526C-F717-1649-08EAADC9B8FC}"/>
          </ac:picMkLst>
        </pc:picChg>
      </pc:sldChg>
      <pc:sldChg chg="addSp delSp modSp add mod ord">
        <pc:chgData name="Glenn Accad" userId="37517598972bb8e0" providerId="LiveId" clId="{A49102A1-5B61-490B-A2B6-A3340B337435}" dt="2025-10-26T14:43:42.574" v="309" actId="1076"/>
        <pc:sldMkLst>
          <pc:docMk/>
          <pc:sldMk cId="1444284103" sldId="401"/>
        </pc:sldMkLst>
        <pc:picChg chg="add mod">
          <ac:chgData name="Glenn Accad" userId="37517598972bb8e0" providerId="LiveId" clId="{A49102A1-5B61-490B-A2B6-A3340B337435}" dt="2025-10-26T14:43:42.574" v="309" actId="1076"/>
          <ac:picMkLst>
            <pc:docMk/>
            <pc:sldMk cId="1444284103" sldId="401"/>
            <ac:picMk id="4" creationId="{C9BD237A-FC61-DEB2-DE76-AD7A1FEF3C97}"/>
          </ac:picMkLst>
        </pc:picChg>
      </pc:sldChg>
      <pc:sldChg chg="addSp delSp modSp mod">
        <pc:chgData name="Glenn Accad" userId="37517598972bb8e0" providerId="LiveId" clId="{A49102A1-5B61-490B-A2B6-A3340B337435}" dt="2025-11-03T03:51:46.659" v="420" actId="478"/>
        <pc:sldMkLst>
          <pc:docMk/>
          <pc:sldMk cId="1315717593" sldId="419"/>
        </pc:sldMkLst>
      </pc:sldChg>
    </pc:docChg>
  </pc:docChgLst>
  <pc:docChgLst>
    <pc:chgData name="Guest User" providerId="Windows Live" clId="Web-{3956E6D5-3C78-4310-B0FB-8E9E7E43DD36}"/>
    <pc:docChg chg="addSld sldOrd">
      <pc:chgData name="Guest User" userId="" providerId="Windows Live" clId="Web-{3956E6D5-3C78-4310-B0FB-8E9E7E43DD36}" dt="2025-10-29T12:12:40.709" v="1"/>
      <pc:docMkLst>
        <pc:docMk/>
      </pc:docMkLst>
      <pc:sldChg chg="add ord replId">
        <pc:chgData name="Guest User" userId="" providerId="Windows Live" clId="Web-{3956E6D5-3C78-4310-B0FB-8E9E7E43DD36}" dt="2025-10-29T12:12:40.709" v="1"/>
        <pc:sldMkLst>
          <pc:docMk/>
          <pc:sldMk cId="2290153889" sldId="411"/>
        </pc:sldMkLst>
      </pc:sldChg>
    </pc:docChg>
  </pc:docChgLst>
  <pc:docChgLst>
    <pc:chgData name="Guest User" providerId="Windows Live" clId="Web-{73E4CFC6-3A85-41A3-8B25-B91ADF2E8ADB}"/>
    <pc:docChg chg="addSld delSld modSld">
      <pc:chgData name="Guest User" userId="" providerId="Windows Live" clId="Web-{73E4CFC6-3A85-41A3-8B25-B91ADF2E8ADB}" dt="2025-10-29T15:30:56.926" v="150" actId="1076"/>
      <pc:docMkLst>
        <pc:docMk/>
      </pc:docMkLst>
      <pc:sldChg chg="addSp delSp modSp new add del">
        <pc:chgData name="Guest User" userId="" providerId="Windows Live" clId="Web-{73E4CFC6-3A85-41A3-8B25-B91ADF2E8ADB}" dt="2025-10-29T15:30:56.926" v="150" actId="1076"/>
        <pc:sldMkLst>
          <pc:docMk/>
          <pc:sldMk cId="1641006016" sldId="412"/>
        </pc:sldMkLst>
        <pc:spChg chg="mod">
          <ac:chgData name="Guest User" userId="" providerId="Windows Live" clId="Web-{73E4CFC6-3A85-41A3-8B25-B91ADF2E8ADB}" dt="2025-10-29T15:11:38.889" v="5" actId="20577"/>
          <ac:spMkLst>
            <pc:docMk/>
            <pc:sldMk cId="1641006016" sldId="412"/>
            <ac:spMk id="2" creationId="{DA7BA041-75C5-1B86-F556-1440A2FA48DA}"/>
          </ac:spMkLst>
        </pc:spChg>
        <pc:spChg chg="mod">
          <ac:chgData name="Guest User" userId="" providerId="Windows Live" clId="Web-{73E4CFC6-3A85-41A3-8B25-B91ADF2E8ADB}" dt="2025-10-29T15:12:06.389" v="13" actId="1076"/>
          <ac:spMkLst>
            <pc:docMk/>
            <pc:sldMk cId="1641006016" sldId="412"/>
            <ac:spMk id="4" creationId="{9E3E998F-2295-D6DA-AACD-6095A7EDC882}"/>
          </ac:spMkLst>
        </pc:spChg>
        <pc:picChg chg="add mod ord modCrop">
          <ac:chgData name="Guest User" userId="" providerId="Windows Live" clId="Web-{73E4CFC6-3A85-41A3-8B25-B91ADF2E8ADB}" dt="2025-10-29T15:30:56.926" v="150" actId="1076"/>
          <ac:picMkLst>
            <pc:docMk/>
            <pc:sldMk cId="1641006016" sldId="412"/>
            <ac:picMk id="9" creationId="{2B88B764-1872-BFA1-6DCF-B2AA9F65D476}"/>
          </ac:picMkLst>
        </pc:picChg>
      </pc:sldChg>
      <pc:sldChg chg="addSp delSp modSp new">
        <pc:chgData name="Guest User" userId="" providerId="Windows Live" clId="Web-{73E4CFC6-3A85-41A3-8B25-B91ADF2E8ADB}" dt="2025-10-29T15:30:33.409" v="142"/>
        <pc:sldMkLst>
          <pc:docMk/>
          <pc:sldMk cId="2377534179" sldId="413"/>
        </pc:sldMkLst>
        <pc:spChg chg="mod">
          <ac:chgData name="Guest User" userId="" providerId="Windows Live" clId="Web-{73E4CFC6-3A85-41A3-8B25-B91ADF2E8ADB}" dt="2025-10-29T15:11:52.482" v="11" actId="20577"/>
          <ac:spMkLst>
            <pc:docMk/>
            <pc:sldMk cId="2377534179" sldId="413"/>
            <ac:spMk id="2" creationId="{1B2E5388-819D-794D-FFE3-163F71AED904}"/>
          </ac:spMkLst>
        </pc:spChg>
        <pc:spChg chg="mod">
          <ac:chgData name="Guest User" userId="" providerId="Windows Live" clId="Web-{73E4CFC6-3A85-41A3-8B25-B91ADF2E8ADB}" dt="2025-10-29T15:27:21.890" v="120" actId="1076"/>
          <ac:spMkLst>
            <pc:docMk/>
            <pc:sldMk cId="2377534179" sldId="413"/>
            <ac:spMk id="4" creationId="{C765B859-F491-55E6-B05C-A8AB6A29DBCF}"/>
          </ac:spMkLst>
        </pc:spChg>
        <pc:picChg chg="add del mod ord">
          <ac:chgData name="Guest User" userId="" providerId="Windows Live" clId="Web-{73E4CFC6-3A85-41A3-8B25-B91ADF2E8ADB}" dt="2025-10-29T15:30:33.409" v="142"/>
          <ac:picMkLst>
            <pc:docMk/>
            <pc:sldMk cId="2377534179" sldId="413"/>
            <ac:picMk id="5" creationId="{72288E35-72DC-D46F-8748-CFA0913A344F}"/>
          </ac:picMkLst>
        </pc:picChg>
      </pc:sldChg>
      <pc:sldChg chg="addSp delSp modSp new">
        <pc:chgData name="Guest User" userId="" providerId="Windows Live" clId="Web-{73E4CFC6-3A85-41A3-8B25-B91ADF2E8ADB}" dt="2025-10-29T15:27:29.484" v="123" actId="1076"/>
        <pc:sldMkLst>
          <pc:docMk/>
          <pc:sldMk cId="1029441286" sldId="414"/>
        </pc:sldMkLst>
        <pc:spChg chg="mod">
          <ac:chgData name="Guest User" userId="" providerId="Windows Live" clId="Web-{73E4CFC6-3A85-41A3-8B25-B91ADF2E8ADB}" dt="2025-10-29T15:20:30.755" v="29" actId="20577"/>
          <ac:spMkLst>
            <pc:docMk/>
            <pc:sldMk cId="1029441286" sldId="414"/>
            <ac:spMk id="2" creationId="{1D7C1E34-9AFE-11A9-4FFF-3E2E72941AAF}"/>
          </ac:spMkLst>
        </pc:spChg>
        <pc:spChg chg="mod">
          <ac:chgData name="Guest User" userId="" providerId="Windows Live" clId="Web-{73E4CFC6-3A85-41A3-8B25-B91ADF2E8ADB}" dt="2025-10-29T15:27:29.484" v="123" actId="1076"/>
          <ac:spMkLst>
            <pc:docMk/>
            <pc:sldMk cId="1029441286" sldId="414"/>
            <ac:spMk id="4" creationId="{40D00364-47DE-59A2-941F-4326257F6A36}"/>
          </ac:spMkLst>
        </pc:spChg>
        <pc:picChg chg="add mod ord">
          <ac:chgData name="Guest User" userId="" providerId="Windows Live" clId="Web-{73E4CFC6-3A85-41A3-8B25-B91ADF2E8ADB}" dt="2025-10-29T15:20:18.646" v="15"/>
          <ac:picMkLst>
            <pc:docMk/>
            <pc:sldMk cId="1029441286" sldId="414"/>
            <ac:picMk id="5" creationId="{92BEB8AB-6D4B-22E4-AF9A-2297F88B3034}"/>
          </ac:picMkLst>
        </pc:picChg>
      </pc:sldChg>
      <pc:sldChg chg="addSp delSp modSp new">
        <pc:chgData name="Guest User" userId="" providerId="Windows Live" clId="Web-{73E4CFC6-3A85-41A3-8B25-B91ADF2E8ADB}" dt="2025-10-29T15:27:38.156" v="126" actId="1076"/>
        <pc:sldMkLst>
          <pc:docMk/>
          <pc:sldMk cId="1094523038" sldId="415"/>
        </pc:sldMkLst>
        <pc:spChg chg="mod">
          <ac:chgData name="Guest User" userId="" providerId="Windows Live" clId="Web-{73E4CFC6-3A85-41A3-8B25-B91ADF2E8ADB}" dt="2025-10-29T15:23:44.417" v="71" actId="20577"/>
          <ac:spMkLst>
            <pc:docMk/>
            <pc:sldMk cId="1094523038" sldId="415"/>
            <ac:spMk id="2" creationId="{90F04917-AE3D-FB00-BCC4-945314843AC3}"/>
          </ac:spMkLst>
        </pc:spChg>
        <pc:spChg chg="mod">
          <ac:chgData name="Guest User" userId="" providerId="Windows Live" clId="Web-{73E4CFC6-3A85-41A3-8B25-B91ADF2E8ADB}" dt="2025-10-29T15:27:38.156" v="126" actId="1076"/>
          <ac:spMkLst>
            <pc:docMk/>
            <pc:sldMk cId="1094523038" sldId="415"/>
            <ac:spMk id="4" creationId="{CC944097-66F7-B75A-D36E-3FD05865523F}"/>
          </ac:spMkLst>
        </pc:spChg>
        <pc:picChg chg="add mod ord">
          <ac:chgData name="Guest User" userId="" providerId="Windows Live" clId="Web-{73E4CFC6-3A85-41A3-8B25-B91ADF2E8ADB}" dt="2025-10-29T15:21:07.522" v="30"/>
          <ac:picMkLst>
            <pc:docMk/>
            <pc:sldMk cId="1094523038" sldId="415"/>
            <ac:picMk id="5" creationId="{7A2FEB47-FD79-B634-3ADD-CF4ED09CE277}"/>
          </ac:picMkLst>
        </pc:picChg>
      </pc:sldChg>
      <pc:sldChg chg="addSp delSp modSp new">
        <pc:chgData name="Guest User" userId="" providerId="Windows Live" clId="Web-{73E4CFC6-3A85-41A3-8B25-B91ADF2E8ADB}" dt="2025-10-29T15:27:45.828" v="128" actId="1076"/>
        <pc:sldMkLst>
          <pc:docMk/>
          <pc:sldMk cId="4032408361" sldId="416"/>
        </pc:sldMkLst>
        <pc:spChg chg="mod">
          <ac:chgData name="Guest User" userId="" providerId="Windows Live" clId="Web-{73E4CFC6-3A85-41A3-8B25-B91ADF2E8ADB}" dt="2025-10-29T15:23:41.042" v="70" actId="20577"/>
          <ac:spMkLst>
            <pc:docMk/>
            <pc:sldMk cId="4032408361" sldId="416"/>
            <ac:spMk id="2" creationId="{EB732D4B-1023-E117-9F7C-CD370504DEDC}"/>
          </ac:spMkLst>
        </pc:spChg>
        <pc:spChg chg="mod">
          <ac:chgData name="Guest User" userId="" providerId="Windows Live" clId="Web-{73E4CFC6-3A85-41A3-8B25-B91ADF2E8ADB}" dt="2025-10-29T15:27:45.828" v="128" actId="1076"/>
          <ac:spMkLst>
            <pc:docMk/>
            <pc:sldMk cId="4032408361" sldId="416"/>
            <ac:spMk id="4" creationId="{0C83D0CC-3861-1086-BF4A-4B2408AE8AA6}"/>
          </ac:spMkLst>
        </pc:spChg>
        <pc:picChg chg="add mod ord">
          <ac:chgData name="Guest User" userId="" providerId="Windows Live" clId="Web-{73E4CFC6-3A85-41A3-8B25-B91ADF2E8ADB}" dt="2025-10-29T15:23:36.354" v="59"/>
          <ac:picMkLst>
            <pc:docMk/>
            <pc:sldMk cId="4032408361" sldId="416"/>
            <ac:picMk id="5" creationId="{87F42BAB-F722-D14F-74B6-24A1A9171B68}"/>
          </ac:picMkLst>
        </pc:picChg>
      </pc:sldChg>
      <pc:sldChg chg="addSp delSp modSp new">
        <pc:chgData name="Guest User" userId="" providerId="Windows Live" clId="Web-{73E4CFC6-3A85-41A3-8B25-B91ADF2E8ADB}" dt="2025-10-29T15:27:53.297" v="130" actId="1076"/>
        <pc:sldMkLst>
          <pc:docMk/>
          <pc:sldMk cId="3806591168" sldId="417"/>
        </pc:sldMkLst>
        <pc:spChg chg="mod">
          <ac:chgData name="Guest User" userId="" providerId="Windows Live" clId="Web-{73E4CFC6-3A85-41A3-8B25-B91ADF2E8ADB}" dt="2025-10-29T15:24:42.512" v="80" actId="20577"/>
          <ac:spMkLst>
            <pc:docMk/>
            <pc:sldMk cId="3806591168" sldId="417"/>
            <ac:spMk id="2" creationId="{3DE2C117-EAD7-BF39-778E-9E700B53655D}"/>
          </ac:spMkLst>
        </pc:spChg>
        <pc:spChg chg="mod">
          <ac:chgData name="Guest User" userId="" providerId="Windows Live" clId="Web-{73E4CFC6-3A85-41A3-8B25-B91ADF2E8ADB}" dt="2025-10-29T15:27:53.297" v="130" actId="1076"/>
          <ac:spMkLst>
            <pc:docMk/>
            <pc:sldMk cId="3806591168" sldId="417"/>
            <ac:spMk id="4" creationId="{E17912B7-1906-9C6A-1B8F-B06C9EB8514D}"/>
          </ac:spMkLst>
        </pc:spChg>
        <pc:picChg chg="add mod ord">
          <ac:chgData name="Guest User" userId="" providerId="Windows Live" clId="Web-{73E4CFC6-3A85-41A3-8B25-B91ADF2E8ADB}" dt="2025-10-29T15:24:09.574" v="72"/>
          <ac:picMkLst>
            <pc:docMk/>
            <pc:sldMk cId="3806591168" sldId="417"/>
            <ac:picMk id="5" creationId="{2E67AB6D-4A42-DBF2-94C0-8AED492D9C40}"/>
          </ac:picMkLst>
        </pc:picChg>
      </pc:sldChg>
      <pc:sldChg chg="addSp delSp modSp new">
        <pc:chgData name="Guest User" userId="" providerId="Windows Live" clId="Web-{73E4CFC6-3A85-41A3-8B25-B91ADF2E8ADB}" dt="2025-10-29T15:28:01.969" v="132" actId="1076"/>
        <pc:sldMkLst>
          <pc:docMk/>
          <pc:sldMk cId="873706100" sldId="418"/>
        </pc:sldMkLst>
        <pc:spChg chg="mod">
          <ac:chgData name="Guest User" userId="" providerId="Windows Live" clId="Web-{73E4CFC6-3A85-41A3-8B25-B91ADF2E8ADB}" dt="2025-10-29T15:24:52.512" v="93" actId="20577"/>
          <ac:spMkLst>
            <pc:docMk/>
            <pc:sldMk cId="873706100" sldId="418"/>
            <ac:spMk id="2" creationId="{770D0066-6E09-8E00-9C83-D76E2390E21A}"/>
          </ac:spMkLst>
        </pc:spChg>
        <pc:spChg chg="mod">
          <ac:chgData name="Guest User" userId="" providerId="Windows Live" clId="Web-{73E4CFC6-3A85-41A3-8B25-B91ADF2E8ADB}" dt="2025-10-29T15:28:01.969" v="132" actId="1076"/>
          <ac:spMkLst>
            <pc:docMk/>
            <pc:sldMk cId="873706100" sldId="418"/>
            <ac:spMk id="4" creationId="{7C3C2C99-10BD-B342-B9D4-2E933071D276}"/>
          </ac:spMkLst>
        </pc:spChg>
        <pc:picChg chg="add mod ord">
          <ac:chgData name="Guest User" userId="" providerId="Windows Live" clId="Web-{73E4CFC6-3A85-41A3-8B25-B91ADF2E8ADB}" dt="2025-10-29T15:24:44.778" v="81"/>
          <ac:picMkLst>
            <pc:docMk/>
            <pc:sldMk cId="873706100" sldId="418"/>
            <ac:picMk id="5" creationId="{7022A573-7EE1-689F-505D-3B400A0557FC}"/>
          </ac:picMkLst>
        </pc:picChg>
      </pc:sldChg>
      <pc:sldChg chg="new">
        <pc:chgData name="Guest User" userId="" providerId="Windows Live" clId="Web-{73E4CFC6-3A85-41A3-8B25-B91ADF2E8ADB}" dt="2025-10-29T15:22:47.853" v="54"/>
        <pc:sldMkLst>
          <pc:docMk/>
          <pc:sldMk cId="1315717593" sldId="419"/>
        </pc:sldMkLst>
      </pc:sldChg>
      <pc:sldChg chg="new">
        <pc:chgData name="Guest User" userId="" providerId="Windows Live" clId="Web-{73E4CFC6-3A85-41A3-8B25-B91ADF2E8ADB}" dt="2025-10-29T15:22:48.478" v="55"/>
        <pc:sldMkLst>
          <pc:docMk/>
          <pc:sldMk cId="3356478631" sldId="420"/>
        </pc:sldMkLst>
      </pc:sldChg>
      <pc:sldChg chg="new">
        <pc:chgData name="Guest User" userId="" providerId="Windows Live" clId="Web-{73E4CFC6-3A85-41A3-8B25-B91ADF2E8ADB}" dt="2025-10-29T15:22:49.915" v="56"/>
        <pc:sldMkLst>
          <pc:docMk/>
          <pc:sldMk cId="1772559097" sldId="421"/>
        </pc:sldMkLst>
      </pc:sldChg>
      <pc:sldChg chg="new">
        <pc:chgData name="Guest User" userId="" providerId="Windows Live" clId="Web-{73E4CFC6-3A85-41A3-8B25-B91ADF2E8ADB}" dt="2025-10-29T15:22:50.665" v="57"/>
        <pc:sldMkLst>
          <pc:docMk/>
          <pc:sldMk cId="1488899498" sldId="422"/>
        </pc:sldMkLst>
      </pc:sldChg>
      <pc:sldChg chg="new">
        <pc:chgData name="Guest User" userId="" providerId="Windows Live" clId="Web-{73E4CFC6-3A85-41A3-8B25-B91ADF2E8ADB}" dt="2025-10-29T15:22:54.681" v="58"/>
        <pc:sldMkLst>
          <pc:docMk/>
          <pc:sldMk cId="1967501587" sldId="423"/>
        </pc:sldMkLst>
      </pc:sldChg>
      <pc:sldChg chg="addSp delSp modSp new">
        <pc:chgData name="Guest User" userId="" providerId="Windows Live" clId="Web-{73E4CFC6-3A85-41A3-8B25-B91ADF2E8ADB}" dt="2025-10-29T15:30:33.737" v="143" actId="1076"/>
        <pc:sldMkLst>
          <pc:docMk/>
          <pc:sldMk cId="3741947625" sldId="424"/>
        </pc:sldMkLst>
        <pc:spChg chg="mod">
          <ac:chgData name="Guest User" userId="" providerId="Windows Live" clId="Web-{73E4CFC6-3A85-41A3-8B25-B91ADF2E8ADB}" dt="2025-10-29T15:26:44.437" v="114" actId="20577"/>
          <ac:spMkLst>
            <pc:docMk/>
            <pc:sldMk cId="3741947625" sldId="424"/>
            <ac:spMk id="2" creationId="{4EBD809F-37D5-CD43-70E1-459616AFDAF8}"/>
          </ac:spMkLst>
        </pc:spChg>
        <pc:spChg chg="mod">
          <ac:chgData name="Guest User" userId="" providerId="Windows Live" clId="Web-{73E4CFC6-3A85-41A3-8B25-B91ADF2E8ADB}" dt="2025-10-29T15:30:33.737" v="143" actId="1076"/>
          <ac:spMkLst>
            <pc:docMk/>
            <pc:sldMk cId="3741947625" sldId="424"/>
            <ac:spMk id="4" creationId="{E8C67D54-A238-5AB6-56BA-7DD6D82BA2DD}"/>
          </ac:spMkLst>
        </pc:spChg>
        <pc:picChg chg="add mod ord">
          <ac:chgData name="Guest User" userId="" providerId="Windows Live" clId="Web-{73E4CFC6-3A85-41A3-8B25-B91ADF2E8ADB}" dt="2025-10-29T15:25:18.404" v="96"/>
          <ac:picMkLst>
            <pc:docMk/>
            <pc:sldMk cId="3741947625" sldId="424"/>
            <ac:picMk id="5" creationId="{7D9DFEC8-F076-D3B6-0E7B-4666B94CB385}"/>
          </ac:picMkLst>
        </pc:picChg>
      </pc:sldChg>
    </pc:docChg>
  </pc:docChgLst>
  <pc:docChgLst>
    <pc:chgData name="Glenn Accad" userId="37517598972bb8e0" providerId="Windows Live" clId="Web-{CFF82934-DE80-8C12-35B6-EE754A5FA95D}"/>
    <pc:docChg chg="modSld">
      <pc:chgData name="Glenn Accad" userId="37517598972bb8e0" providerId="Windows Live" clId="Web-{CFF82934-DE80-8C12-35B6-EE754A5FA95D}" dt="2025-10-30T01:32:30.850" v="361" actId="20577"/>
      <pc:docMkLst>
        <pc:docMk/>
      </pc:docMkLst>
      <pc:sldChg chg="modSp">
        <pc:chgData name="Glenn Accad" userId="37517598972bb8e0" providerId="Windows Live" clId="Web-{CFF82934-DE80-8C12-35B6-EE754A5FA95D}" dt="2025-10-30T01:32:30.850" v="361" actId="20577"/>
        <pc:sldMkLst>
          <pc:docMk/>
          <pc:sldMk cId="3101308555" sldId="381"/>
        </pc:sldMkLst>
        <pc:spChg chg="mod">
          <ac:chgData name="Glenn Accad" userId="37517598972bb8e0" providerId="Windows Live" clId="Web-{CFF82934-DE80-8C12-35B6-EE754A5FA95D}" dt="2025-10-30T01:32:30.850" v="361" actId="20577"/>
          <ac:spMkLst>
            <pc:docMk/>
            <pc:sldMk cId="3101308555" sldId="381"/>
            <ac:spMk id="6" creationId="{B973C4D1-98CE-C0A7-7753-34F394B67D64}"/>
          </ac:spMkLst>
        </pc:spChg>
      </pc:sldChg>
      <pc:sldChg chg="modSp">
        <pc:chgData name="Glenn Accad" userId="37517598972bb8e0" providerId="Windows Live" clId="Web-{CFF82934-DE80-8C12-35B6-EE754A5FA95D}" dt="2025-10-30T01:32:23.256" v="359" actId="20577"/>
        <pc:sldMkLst>
          <pc:docMk/>
          <pc:sldMk cId="3412024488" sldId="383"/>
        </pc:sldMkLst>
        <pc:spChg chg="mod">
          <ac:chgData name="Glenn Accad" userId="37517598972bb8e0" providerId="Windows Live" clId="Web-{CFF82934-DE80-8C12-35B6-EE754A5FA95D}" dt="2025-10-30T01:32:23.256" v="359" actId="20577"/>
          <ac:spMkLst>
            <pc:docMk/>
            <pc:sldMk cId="3412024488" sldId="383"/>
            <ac:spMk id="2" creationId="{79AC4F92-D192-4855-D5F1-875584C2F19C}"/>
          </ac:spMkLst>
        </pc:spChg>
      </pc:sldChg>
      <pc:sldChg chg="modSp">
        <pc:chgData name="Glenn Accad" userId="37517598972bb8e0" providerId="Windows Live" clId="Web-{CFF82934-DE80-8C12-35B6-EE754A5FA95D}" dt="2025-10-30T01:31:40.427" v="355" actId="20577"/>
        <pc:sldMkLst>
          <pc:docMk/>
          <pc:sldMk cId="2496496024" sldId="385"/>
        </pc:sldMkLst>
        <pc:spChg chg="mod">
          <ac:chgData name="Glenn Accad" userId="37517598972bb8e0" providerId="Windows Live" clId="Web-{CFF82934-DE80-8C12-35B6-EE754A5FA95D}" dt="2025-10-30T01:31:40.427" v="355" actId="20577"/>
          <ac:spMkLst>
            <pc:docMk/>
            <pc:sldMk cId="2496496024" sldId="385"/>
            <ac:spMk id="3" creationId="{49F2C6E6-9CC1-5438-7E8A-170FE5B0988E}"/>
          </ac:spMkLst>
        </pc:spChg>
      </pc:sldChg>
    </pc:docChg>
  </pc:docChgLst>
  <pc:docChgLst>
    <pc:chgData name="Guest User" providerId="Windows Live" clId="Web-{AFC8D5FA-0CEA-4667-819F-A58DDF9BF689}"/>
    <pc:docChg chg="modSld">
      <pc:chgData name="Guest User" userId="" providerId="Windows Live" clId="Web-{AFC8D5FA-0CEA-4667-819F-A58DDF9BF689}" dt="2025-11-17T07:50:56.145" v="1" actId="20577"/>
      <pc:docMkLst>
        <pc:docMk/>
      </pc:docMkLst>
      <pc:sldChg chg="modSp">
        <pc:chgData name="Guest User" userId="" providerId="Windows Live" clId="Web-{AFC8D5FA-0CEA-4667-819F-A58DDF9BF689}" dt="2025-11-17T07:50:56.145" v="1" actId="20577"/>
        <pc:sldMkLst>
          <pc:docMk/>
          <pc:sldMk cId="268111493" sldId="387"/>
        </pc:sldMkLst>
        <pc:spChg chg="mod">
          <ac:chgData name="Guest User" userId="" providerId="Windows Live" clId="Web-{AFC8D5FA-0CEA-4667-819F-A58DDF9BF689}" dt="2025-11-17T07:50:56.145" v="1" actId="20577"/>
          <ac:spMkLst>
            <pc:docMk/>
            <pc:sldMk cId="268111493" sldId="387"/>
            <ac:spMk id="3" creationId="{84E0491D-BF88-E690-B78D-0A5779D95303}"/>
          </ac:spMkLst>
        </pc:spChg>
      </pc:sldChg>
    </pc:docChg>
  </pc:docChgLst>
  <pc:docChgLst>
    <pc:chgData name="Guest User" providerId="Windows Live" clId="Web-{A6CE583E-E2F3-4DAB-A734-A7BD802F9389}"/>
    <pc:docChg chg="modSld">
      <pc:chgData name="Guest User" userId="" providerId="Windows Live" clId="Web-{A6CE583E-E2F3-4DAB-A734-A7BD802F9389}" dt="2025-10-29T12:20:32.974" v="61" actId="20577"/>
      <pc:docMkLst>
        <pc:docMk/>
      </pc:docMkLst>
      <pc:sldChg chg="modSp">
        <pc:chgData name="Guest User" userId="" providerId="Windows Live" clId="Web-{A6CE583E-E2F3-4DAB-A734-A7BD802F9389}" dt="2025-10-29T12:20:32.974" v="61" actId="20577"/>
        <pc:sldMkLst>
          <pc:docMk/>
          <pc:sldMk cId="2496496024" sldId="385"/>
        </pc:sldMkLst>
        <pc:spChg chg="mod">
          <ac:chgData name="Guest User" userId="" providerId="Windows Live" clId="Web-{A6CE583E-E2F3-4DAB-A734-A7BD802F9389}" dt="2025-10-29T12:20:32.974" v="61" actId="20577"/>
          <ac:spMkLst>
            <pc:docMk/>
            <pc:sldMk cId="2496496024" sldId="385"/>
            <ac:spMk id="3" creationId="{49F2C6E6-9CC1-5438-7E8A-170FE5B0988E}"/>
          </ac:spMkLst>
        </pc:spChg>
      </pc:sldChg>
      <pc:sldChg chg="modSp">
        <pc:chgData name="Guest User" userId="" providerId="Windows Live" clId="Web-{A6CE583E-E2F3-4DAB-A734-A7BD802F9389}" dt="2025-10-29T12:06:56.267" v="59" actId="20577"/>
        <pc:sldMkLst>
          <pc:docMk/>
          <pc:sldMk cId="3267194054" sldId="394"/>
        </pc:sldMkLst>
        <pc:spChg chg="mod">
          <ac:chgData name="Guest User" userId="" providerId="Windows Live" clId="Web-{A6CE583E-E2F3-4DAB-A734-A7BD802F9389}" dt="2025-10-29T12:06:56.267" v="59" actId="20577"/>
          <ac:spMkLst>
            <pc:docMk/>
            <pc:sldMk cId="3267194054" sldId="394"/>
            <ac:spMk id="6" creationId="{501511BD-59D4-4F2F-36BC-38BD1E6CB8E5}"/>
          </ac:spMkLst>
        </pc:spChg>
      </pc:sldChg>
    </pc:docChg>
  </pc:docChgLst>
  <pc:docChgLst>
    <pc:chgData name="Glenn Accad" userId="37517598972bb8e0" providerId="Windows Live" clId="Web-{C40E03AD-8D5C-C9AE-44EC-A89E33CDF73C}"/>
    <pc:docChg chg="addSld modSld">
      <pc:chgData name="Glenn Accad" userId="37517598972bb8e0" providerId="Windows Live" clId="Web-{C40E03AD-8D5C-C9AE-44EC-A89E33CDF73C}" dt="2025-10-30T02:46:21.574" v="51" actId="20577"/>
      <pc:docMkLst>
        <pc:docMk/>
      </pc:docMkLst>
      <pc:sldChg chg="modSp">
        <pc:chgData name="Glenn Accad" userId="37517598972bb8e0" providerId="Windows Live" clId="Web-{C40E03AD-8D5C-C9AE-44EC-A89E33CDF73C}" dt="2025-10-30T02:43:29.974" v="31" actId="20577"/>
        <pc:sldMkLst>
          <pc:docMk/>
          <pc:sldMk cId="171083451" sldId="378"/>
        </pc:sldMkLst>
        <pc:spChg chg="mod">
          <ac:chgData name="Glenn Accad" userId="37517598972bb8e0" providerId="Windows Live" clId="Web-{C40E03AD-8D5C-C9AE-44EC-A89E33CDF73C}" dt="2025-10-30T02:43:29.974" v="31" actId="20577"/>
          <ac:spMkLst>
            <pc:docMk/>
            <pc:sldMk cId="171083451" sldId="378"/>
            <ac:spMk id="3" creationId="{00000000-0000-0000-0000-000000000000}"/>
          </ac:spMkLst>
        </pc:spChg>
      </pc:sldChg>
      <pc:sldChg chg="modSp">
        <pc:chgData name="Glenn Accad" userId="37517598972bb8e0" providerId="Windows Live" clId="Web-{C40E03AD-8D5C-C9AE-44EC-A89E33CDF73C}" dt="2025-10-30T02:43:15.208" v="28" actId="20577"/>
        <pc:sldMkLst>
          <pc:docMk/>
          <pc:sldMk cId="2496496024" sldId="385"/>
        </pc:sldMkLst>
        <pc:spChg chg="mod">
          <ac:chgData name="Glenn Accad" userId="37517598972bb8e0" providerId="Windows Live" clId="Web-{C40E03AD-8D5C-C9AE-44EC-A89E33CDF73C}" dt="2025-10-30T02:43:15.208" v="28" actId="20577"/>
          <ac:spMkLst>
            <pc:docMk/>
            <pc:sldMk cId="2496496024" sldId="385"/>
            <ac:spMk id="3" creationId="{49F2C6E6-9CC1-5438-7E8A-170FE5B0988E}"/>
          </ac:spMkLst>
        </pc:spChg>
      </pc:sldChg>
      <pc:sldChg chg="modSp">
        <pc:chgData name="Glenn Accad" userId="37517598972bb8e0" providerId="Windows Live" clId="Web-{C40E03AD-8D5C-C9AE-44EC-A89E33CDF73C}" dt="2025-10-30T02:40:33.291" v="24" actId="20577"/>
        <pc:sldMkLst>
          <pc:docMk/>
          <pc:sldMk cId="3875857840" sldId="395"/>
        </pc:sldMkLst>
        <pc:spChg chg="mod">
          <ac:chgData name="Glenn Accad" userId="37517598972bb8e0" providerId="Windows Live" clId="Web-{C40E03AD-8D5C-C9AE-44EC-A89E33CDF73C}" dt="2025-10-30T02:40:33.291" v="24" actId="20577"/>
          <ac:spMkLst>
            <pc:docMk/>
            <pc:sldMk cId="3875857840" sldId="395"/>
            <ac:spMk id="3" creationId="{2FE3D0F4-A474-7B12-76FD-2C32E243ECA8}"/>
          </ac:spMkLst>
        </pc:spChg>
        <pc:spChg chg="mod">
          <ac:chgData name="Glenn Accad" userId="37517598972bb8e0" providerId="Windows Live" clId="Web-{C40E03AD-8D5C-C9AE-44EC-A89E33CDF73C}" dt="2025-10-30T02:40:25.212" v="13" actId="20577"/>
          <ac:spMkLst>
            <pc:docMk/>
            <pc:sldMk cId="3875857840" sldId="395"/>
            <ac:spMk id="7" creationId="{424BFAD8-70D9-F7D2-52A1-53F62B007097}"/>
          </ac:spMkLst>
        </pc:spChg>
      </pc:sldChg>
      <pc:sldChg chg="modSp add replId">
        <pc:chgData name="Glenn Accad" userId="37517598972bb8e0" providerId="Windows Live" clId="Web-{C40E03AD-8D5C-C9AE-44EC-A89E33CDF73C}" dt="2025-10-30T02:46:21.574" v="51" actId="20577"/>
        <pc:sldMkLst>
          <pc:docMk/>
          <pc:sldMk cId="3498432728" sldId="425"/>
        </pc:sldMkLst>
        <pc:spChg chg="mod">
          <ac:chgData name="Glenn Accad" userId="37517598972bb8e0" providerId="Windows Live" clId="Web-{C40E03AD-8D5C-C9AE-44EC-A89E33CDF73C}" dt="2025-10-30T02:46:21.574" v="51" actId="20577"/>
          <ac:spMkLst>
            <pc:docMk/>
            <pc:sldMk cId="3498432728" sldId="425"/>
            <ac:spMk id="3" creationId="{D7FBA08B-F67C-C9C3-2279-78F2AE8259A4}"/>
          </ac:spMkLst>
        </pc:spChg>
      </pc:sldChg>
    </pc:docChg>
  </pc:docChgLst>
  <pc:docChgLst>
    <pc:chgData name="Glenn Accad" userId="37517598972bb8e0" providerId="Windows Live" clId="Web-{FFF3B423-46EB-E58A-B8B6-3EAF55DCDC80}"/>
    <pc:docChg chg="modSld">
      <pc:chgData name="Glenn Accad" userId="37517598972bb8e0" providerId="Windows Live" clId="Web-{FFF3B423-46EB-E58A-B8B6-3EAF55DCDC80}" dt="2025-10-30T03:48:23.232" v="12" actId="20577"/>
      <pc:docMkLst>
        <pc:docMk/>
      </pc:docMkLst>
      <pc:sldChg chg="modSp">
        <pc:chgData name="Glenn Accad" userId="37517598972bb8e0" providerId="Windows Live" clId="Web-{FFF3B423-46EB-E58A-B8B6-3EAF55DCDC80}" dt="2025-10-30T03:39:45.285" v="3" actId="20577"/>
        <pc:sldMkLst>
          <pc:docMk/>
          <pc:sldMk cId="2496496024" sldId="385"/>
        </pc:sldMkLst>
        <pc:spChg chg="mod">
          <ac:chgData name="Glenn Accad" userId="37517598972bb8e0" providerId="Windows Live" clId="Web-{FFF3B423-46EB-E58A-B8B6-3EAF55DCDC80}" dt="2025-10-30T03:39:45.285" v="3" actId="20577"/>
          <ac:spMkLst>
            <pc:docMk/>
            <pc:sldMk cId="2496496024" sldId="385"/>
            <ac:spMk id="3" creationId="{49F2C6E6-9CC1-5438-7E8A-170FE5B0988E}"/>
          </ac:spMkLst>
        </pc:spChg>
      </pc:sldChg>
      <pc:sldChg chg="modSp">
        <pc:chgData name="Glenn Accad" userId="37517598972bb8e0" providerId="Windows Live" clId="Web-{FFF3B423-46EB-E58A-B8B6-3EAF55DCDC80}" dt="2025-10-30T03:48:23.232" v="12" actId="20577"/>
        <pc:sldMkLst>
          <pc:docMk/>
          <pc:sldMk cId="3498432728" sldId="425"/>
        </pc:sldMkLst>
        <pc:spChg chg="mod">
          <ac:chgData name="Glenn Accad" userId="37517598972bb8e0" providerId="Windows Live" clId="Web-{FFF3B423-46EB-E58A-B8B6-3EAF55DCDC80}" dt="2025-10-30T03:48:23.232" v="12" actId="20577"/>
          <ac:spMkLst>
            <pc:docMk/>
            <pc:sldMk cId="3498432728" sldId="425"/>
            <ac:spMk id="3" creationId="{D7FBA08B-F67C-C9C3-2279-78F2AE8259A4}"/>
          </ac:spMkLst>
        </pc:spChg>
      </pc:sldChg>
    </pc:docChg>
  </pc:docChgLst>
  <pc:docChgLst>
    <pc:chgData name="Glenn Accad" userId="37517598972bb8e0" providerId="Windows Live" clId="Web-{FE6FB1E1-2128-773F-FE6A-24A098CCF205}"/>
    <pc:docChg chg="modSld">
      <pc:chgData name="Glenn Accad" userId="37517598972bb8e0" providerId="Windows Live" clId="Web-{FE6FB1E1-2128-773F-FE6A-24A098CCF205}" dt="2025-10-30T01:20:38.755" v="1" actId="20577"/>
      <pc:docMkLst>
        <pc:docMk/>
      </pc:docMkLst>
      <pc:sldChg chg="modSp">
        <pc:chgData name="Glenn Accad" userId="37517598972bb8e0" providerId="Windows Live" clId="Web-{FE6FB1E1-2128-773F-FE6A-24A098CCF205}" dt="2025-10-30T01:20:38.755" v="1" actId="20577"/>
        <pc:sldMkLst>
          <pc:docMk/>
          <pc:sldMk cId="2496496024" sldId="385"/>
        </pc:sldMkLst>
        <pc:spChg chg="mod">
          <ac:chgData name="Glenn Accad" userId="37517598972bb8e0" providerId="Windows Live" clId="Web-{FE6FB1E1-2128-773F-FE6A-24A098CCF205}" dt="2025-10-30T01:20:38.755" v="1" actId="20577"/>
          <ac:spMkLst>
            <pc:docMk/>
            <pc:sldMk cId="2496496024" sldId="385"/>
            <ac:spMk id="3" creationId="{49F2C6E6-9CC1-5438-7E8A-170FE5B0988E}"/>
          </ac:spMkLst>
        </pc:spChg>
      </pc:sldChg>
    </pc:docChg>
  </pc:docChgLst>
  <pc:docChgLst>
    <pc:chgData name="Guest User" providerId="Windows Live" clId="Web-{78FE27D7-2BA6-4E93-BA8B-1DE118C74449}"/>
    <pc:docChg chg="modSld">
      <pc:chgData name="Guest User" userId="" providerId="Windows Live" clId="Web-{78FE27D7-2BA6-4E93-BA8B-1DE118C74449}" dt="2025-11-17T06:12:12.525" v="2" actId="20577"/>
      <pc:docMkLst>
        <pc:docMk/>
      </pc:docMkLst>
      <pc:sldChg chg="modSp">
        <pc:chgData name="Guest User" userId="" providerId="Windows Live" clId="Web-{78FE27D7-2BA6-4E93-BA8B-1DE118C74449}" dt="2025-11-17T06:12:12.525" v="2" actId="20577"/>
        <pc:sldMkLst>
          <pc:docMk/>
          <pc:sldMk cId="2496496024" sldId="385"/>
        </pc:sldMkLst>
        <pc:spChg chg="mod">
          <ac:chgData name="Guest User" userId="" providerId="Windows Live" clId="Web-{78FE27D7-2BA6-4E93-BA8B-1DE118C74449}" dt="2025-11-17T06:12:12.525" v="2" actId="20577"/>
          <ac:spMkLst>
            <pc:docMk/>
            <pc:sldMk cId="2496496024" sldId="385"/>
            <ac:spMk id="3" creationId="{49F2C6E6-9CC1-5438-7E8A-170FE5B0988E}"/>
          </ac:spMkLst>
        </pc:spChg>
      </pc:sldChg>
    </pc:docChg>
  </pc:docChgLst>
  <pc:docChgLst>
    <pc:chgData name="Guest User" providerId="Windows Live" clId="Web-{7A8A3223-C84B-4E13-8C49-36E41A6F6CF4}"/>
    <pc:docChg chg="modSld">
      <pc:chgData name="Guest User" userId="" providerId="Windows Live" clId="Web-{7A8A3223-C84B-4E13-8C49-36E41A6F6CF4}" dt="2025-11-16T11:40:52.024" v="43" actId="20577"/>
      <pc:docMkLst>
        <pc:docMk/>
      </pc:docMkLst>
      <pc:sldChg chg="modSp">
        <pc:chgData name="Guest User" userId="" providerId="Windows Live" clId="Web-{7A8A3223-C84B-4E13-8C49-36E41A6F6CF4}" dt="2025-11-16T11:40:52.024" v="43" actId="20577"/>
        <pc:sldMkLst>
          <pc:docMk/>
          <pc:sldMk cId="2496496024" sldId="385"/>
        </pc:sldMkLst>
        <pc:spChg chg="mod">
          <ac:chgData name="Guest User" userId="" providerId="Windows Live" clId="Web-{7A8A3223-C84B-4E13-8C49-36E41A6F6CF4}" dt="2025-11-16T11:40:52.024" v="43" actId="20577"/>
          <ac:spMkLst>
            <pc:docMk/>
            <pc:sldMk cId="2496496024" sldId="385"/>
            <ac:spMk id="3" creationId="{49F2C6E6-9CC1-5438-7E8A-170FE5B0988E}"/>
          </ac:spMkLst>
        </pc:sp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0-10-01T23:24:39.373" idx="1">
    <p:pos x="10" y="10"/>
    <p:text/>
    <p:extLst>
      <p:ext uri="{C676402C-5697-4E1C-873F-D02D1690AC5C}">
        <p15:threadingInfo xmlns:p15="http://schemas.microsoft.com/office/powerpoint/2012/main" timeZoneBias="-48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CFD1A4EC-0E2A-4318-AB1C-9E133E1769C8}" type="datetimeFigureOut">
              <a:rPr lang="en-US" smtClean="0"/>
              <a:pPr/>
              <a:t>11/17/2025</a:t>
            </a:fld>
            <a:endParaRPr lang="en-US"/>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E8289CB0-A86B-4211-A648-37BD3FDE54B4}" type="slidenum">
              <a:rPr lang="en-US" smtClean="0"/>
              <a:pPr/>
              <a:t>‹#›</a:t>
            </a:fld>
            <a:endParaRPr lang="en-US"/>
          </a:p>
        </p:txBody>
      </p:sp>
    </p:spTree>
    <p:extLst>
      <p:ext uri="{BB962C8B-B14F-4D97-AF65-F5344CB8AC3E}">
        <p14:creationId xmlns:p14="http://schemas.microsoft.com/office/powerpoint/2010/main" val="606603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87A85BE4-99B6-47AC-ADFD-2B18346A1E08}" type="datetimeFigureOut">
              <a:rPr lang="en-US" smtClean="0"/>
              <a:pPr/>
              <a:t>11/17/2025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7CD1BEFB-0C94-4468-8105-C6AFEF24F6B8}" type="slidenum">
              <a:rPr lang="en-US" smtClean="0"/>
              <a:pPr/>
              <a:t>‹#›</a:t>
            </a:fld>
            <a:endParaRPr lang="en-US"/>
          </a:p>
        </p:txBody>
      </p:sp>
    </p:spTree>
    <p:extLst>
      <p:ext uri="{BB962C8B-B14F-4D97-AF65-F5344CB8AC3E}">
        <p14:creationId xmlns:p14="http://schemas.microsoft.com/office/powerpoint/2010/main" val="2805519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2626" y="4782373"/>
            <a:ext cx="2461859" cy="1876218"/>
          </a:xfrm>
          <a:prstGeom prst="rect">
            <a:avLst/>
          </a:prstGeom>
        </p:spPr>
      </p:pic>
      <p:pic>
        <p:nvPicPr>
          <p:cNvPr id="6" name="Picture 5"/>
          <p:cNvPicPr>
            <a:picLocks noChangeAspect="1"/>
          </p:cNvPicPr>
          <p:nvPr userDrawn="1"/>
        </p:nvPicPr>
        <p:blipFill>
          <a:blip r:embed="rId3">
            <a:extLst>
              <a:ext uri="{BEBA8EAE-BF5A-486C-A8C5-ECC9F3942E4B}">
                <a14:imgProps xmlns:a14="http://schemas.microsoft.com/office/drawing/2010/main">
                  <a14:imgLayer r:embed="rId4">
                    <a14:imgEffect>
                      <a14:backgroundRemoval t="0" b="98361" l="9455" r="89455"/>
                    </a14:imgEffect>
                  </a14:imgLayer>
                </a14:imgProps>
              </a:ext>
              <a:ext uri="{28A0092B-C50C-407E-A947-70E740481C1C}">
                <a14:useLocalDpi xmlns:a14="http://schemas.microsoft.com/office/drawing/2010/main" val="0"/>
              </a:ext>
            </a:extLst>
          </a:blip>
          <a:stretch>
            <a:fillRect/>
          </a:stretch>
        </p:blipFill>
        <p:spPr>
          <a:xfrm>
            <a:off x="9665586" y="3409508"/>
            <a:ext cx="2275938" cy="1514533"/>
          </a:xfrm>
          <a:prstGeom prst="rect">
            <a:avLst/>
          </a:prstGeom>
        </p:spPr>
      </p:pic>
    </p:spTree>
    <p:extLst>
      <p:ext uri="{BB962C8B-B14F-4D97-AF65-F5344CB8AC3E}">
        <p14:creationId xmlns:p14="http://schemas.microsoft.com/office/powerpoint/2010/main" val="2339162989"/>
      </p:ext>
    </p:extLst>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0"/>
            <a:ext cx="10972800" cy="685800"/>
          </a:xfrm>
        </p:spPr>
        <p:txBody>
          <a:bodyPr/>
          <a:lstStyle/>
          <a:p>
            <a:r>
              <a:rPr lang="en-US"/>
              <a:t>Click to edit Master title style</a:t>
            </a:r>
          </a:p>
        </p:txBody>
      </p:sp>
      <p:sp>
        <p:nvSpPr>
          <p:cNvPr id="3" name="Content Placeholder 2"/>
          <p:cNvSpPr>
            <a:spLocks noGrp="1"/>
          </p:cNvSpPr>
          <p:nvPr>
            <p:ph idx="1"/>
          </p:nvPr>
        </p:nvSpPr>
        <p:spPr>
          <a:xfrm>
            <a:off x="609600" y="1600201"/>
            <a:ext cx="10972800" cy="4876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609600" y="6356351"/>
            <a:ext cx="2844800" cy="365125"/>
          </a:xfrm>
          <a:prstGeom prst="rect">
            <a:avLst/>
          </a:prstGeom>
        </p:spPr>
        <p:txBody>
          <a:bodyPr/>
          <a:lstStyle/>
          <a:p>
            <a:endParaRPr lang="en-US">
              <a:solidFill>
                <a:prstClr val="black"/>
              </a:solidFill>
            </a:endParaRPr>
          </a:p>
        </p:txBody>
      </p:sp>
      <p:sp>
        <p:nvSpPr>
          <p:cNvPr id="8" name="Footer Placeholder 4"/>
          <p:cNvSpPr>
            <a:spLocks noGrp="1"/>
          </p:cNvSpPr>
          <p:nvPr>
            <p:ph type="ftr" sz="quarter" idx="11"/>
          </p:nvPr>
        </p:nvSpPr>
        <p:spPr>
          <a:xfrm>
            <a:off x="4165600" y="6356351"/>
            <a:ext cx="3860800" cy="365125"/>
          </a:xfrm>
          <a:prstGeom prst="rect">
            <a:avLst/>
          </a:prstGeom>
        </p:spPr>
        <p:txBody>
          <a:bodyPr/>
          <a:lstStyle/>
          <a:p>
            <a:endParaRPr lang="en-US">
              <a:solidFill>
                <a:prstClr val="black"/>
              </a:solidFill>
            </a:endParaRPr>
          </a:p>
        </p:txBody>
      </p:sp>
      <p:sp>
        <p:nvSpPr>
          <p:cNvPr id="9" name="Slide Number Placeholder 5"/>
          <p:cNvSpPr>
            <a:spLocks noGrp="1"/>
          </p:cNvSpPr>
          <p:nvPr>
            <p:ph type="sldNum" sz="quarter" idx="12"/>
          </p:nvPr>
        </p:nvSpPr>
        <p:spPr>
          <a:xfrm>
            <a:off x="8737600" y="6356351"/>
            <a:ext cx="2844800" cy="365125"/>
          </a:xfrm>
          <a:prstGeom prst="rect">
            <a:avLst/>
          </a:prstGeom>
        </p:spPr>
        <p:txBody>
          <a:bodyPr/>
          <a:lstStyle/>
          <a:p>
            <a:fld id="{F70FBD85-7FF4-40AC-94C6-23BF633C6D67}"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672503172"/>
      </p:ext>
    </p:extLst>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883483854"/>
      </p:ext>
    </p:extLst>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876800"/>
          </a:xfrm>
        </p:spPr>
        <p:txBody>
          <a:bodyPr/>
          <a:lstStyle>
            <a:lvl1pPr>
              <a:defRPr sz="2800"/>
            </a:lvl1pPr>
            <a:lvl2pPr>
              <a:defRPr sz="2400"/>
            </a:lvl2pPr>
            <a:lvl3pPr>
              <a:defRPr sz="2400"/>
            </a:lvl3pPr>
            <a:lvl4pPr>
              <a:defRPr sz="2400"/>
            </a:lvl4pPr>
            <a:lvl5pPr>
              <a:defRPr sz="2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876800"/>
          </a:xfrm>
        </p:spPr>
        <p:txBody>
          <a:bodyPr/>
          <a:lstStyle>
            <a:lvl1pPr>
              <a:defRPr sz="2800"/>
            </a:lvl1pPr>
            <a:lvl2pPr>
              <a:defRPr sz="2400"/>
            </a:lvl2pPr>
            <a:lvl3pPr>
              <a:defRPr sz="2400"/>
            </a:lvl3pPr>
            <a:lvl4pPr>
              <a:defRPr sz="2400"/>
            </a:lvl4pPr>
            <a:lvl5pPr>
              <a:defRPr sz="2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6278276"/>
      </p:ext>
    </p:extLst>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4378325"/>
          </a:xfrm>
        </p:spPr>
        <p:txBody>
          <a:bodyPr/>
          <a:lstStyle>
            <a:lvl1pPr>
              <a:defRPr sz="24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4378325"/>
          </a:xfrm>
        </p:spPr>
        <p:txBody>
          <a:bodyPr/>
          <a:lstStyle>
            <a:lvl1pPr>
              <a:defRPr sz="24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47047684"/>
      </p:ext>
    </p:extLst>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3"/>
          <p:cNvSpPr>
            <a:spLocks noGrp="1"/>
          </p:cNvSpPr>
          <p:nvPr>
            <p:ph type="dt" sz="half" idx="10"/>
          </p:nvPr>
        </p:nvSpPr>
        <p:spPr>
          <a:xfrm>
            <a:off x="609600" y="6356351"/>
            <a:ext cx="2844800" cy="365125"/>
          </a:xfrm>
          <a:prstGeom prst="rect">
            <a:avLst/>
          </a:prstGeom>
        </p:spPr>
        <p:txBody>
          <a:bodyPr/>
          <a:lstStyle/>
          <a:p>
            <a:endParaRPr lang="en-US">
              <a:solidFill>
                <a:prstClr val="black"/>
              </a:solidFill>
            </a:endParaRPr>
          </a:p>
        </p:txBody>
      </p:sp>
      <p:sp>
        <p:nvSpPr>
          <p:cNvPr id="7" name="Footer Placeholder 4"/>
          <p:cNvSpPr>
            <a:spLocks noGrp="1"/>
          </p:cNvSpPr>
          <p:nvPr>
            <p:ph type="ftr" sz="quarter" idx="11"/>
          </p:nvPr>
        </p:nvSpPr>
        <p:spPr>
          <a:xfrm>
            <a:off x="4165600" y="6356351"/>
            <a:ext cx="3860800" cy="365125"/>
          </a:xfrm>
          <a:prstGeom prst="rect">
            <a:avLst/>
          </a:prstGeom>
        </p:spPr>
        <p:txBody>
          <a:bodyPr/>
          <a:lstStyle/>
          <a:p>
            <a:endParaRPr lang="en-US">
              <a:solidFill>
                <a:prstClr val="black"/>
              </a:solidFill>
            </a:endParaRPr>
          </a:p>
        </p:txBody>
      </p:sp>
      <p:sp>
        <p:nvSpPr>
          <p:cNvPr id="8" name="Slide Number Placeholder 5"/>
          <p:cNvSpPr>
            <a:spLocks noGrp="1"/>
          </p:cNvSpPr>
          <p:nvPr>
            <p:ph type="sldNum" sz="quarter" idx="12"/>
          </p:nvPr>
        </p:nvSpPr>
        <p:spPr>
          <a:xfrm>
            <a:off x="8737600" y="6356351"/>
            <a:ext cx="2844800" cy="365125"/>
          </a:xfrm>
          <a:prstGeom prst="rect">
            <a:avLst/>
          </a:prstGeom>
        </p:spPr>
        <p:txBody>
          <a:bodyPr/>
          <a:lstStyle/>
          <a:p>
            <a:fld id="{F70FBD85-7FF4-40AC-94C6-23BF633C6D67}"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327486243"/>
      </p:ext>
    </p:extLst>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1"/>
            <a:ext cx="2844800" cy="365125"/>
          </a:xfrm>
          <a:prstGeom prst="rect">
            <a:avLst/>
          </a:prstGeom>
        </p:spPr>
        <p:txBody>
          <a:bodyPr/>
          <a:lstStyle/>
          <a:p>
            <a:endParaRPr lang="en-US">
              <a:solidFill>
                <a:prstClr val="black"/>
              </a:solidFill>
            </a:endParaRPr>
          </a:p>
        </p:txBody>
      </p:sp>
      <p:sp>
        <p:nvSpPr>
          <p:cNvPr id="3" name="Footer Placeholder 2"/>
          <p:cNvSpPr>
            <a:spLocks noGrp="1"/>
          </p:cNvSpPr>
          <p:nvPr>
            <p:ph type="ftr" sz="quarter" idx="11"/>
          </p:nvPr>
        </p:nvSpPr>
        <p:spPr>
          <a:xfrm>
            <a:off x="4165600" y="6356351"/>
            <a:ext cx="3860800" cy="365125"/>
          </a:xfrm>
          <a:prstGeom prst="rect">
            <a:avLst/>
          </a:prstGeom>
        </p:spPr>
        <p:txBody>
          <a:bodyPr/>
          <a:lstStyle/>
          <a:p>
            <a:endParaRPr lang="en-US">
              <a:solidFill>
                <a:prstClr val="black"/>
              </a:solidFill>
            </a:endParaRPr>
          </a:p>
        </p:txBody>
      </p:sp>
      <p:sp>
        <p:nvSpPr>
          <p:cNvPr id="4" name="Slide Number Placeholder 3"/>
          <p:cNvSpPr>
            <a:spLocks noGrp="1"/>
          </p:cNvSpPr>
          <p:nvPr>
            <p:ph type="sldNum" sz="quarter" idx="12"/>
          </p:nvPr>
        </p:nvSpPr>
        <p:spPr>
          <a:xfrm>
            <a:off x="8737600" y="6356351"/>
            <a:ext cx="2844800" cy="365125"/>
          </a:xfrm>
          <a:prstGeom prst="rect">
            <a:avLst/>
          </a:prstGeom>
        </p:spPr>
        <p:txBody>
          <a:bodyPr/>
          <a:lstStyle/>
          <a:p>
            <a:fld id="{F70FBD85-7FF4-40AC-94C6-23BF633C6D67}"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514472240"/>
      </p:ext>
    </p:extLst>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762000"/>
            <a:ext cx="4011084" cy="914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0"/>
            <a:ext cx="6815667" cy="6280150"/>
          </a:xfrm>
        </p:spPr>
        <p:txBody>
          <a:bodyPr/>
          <a:lstStyle>
            <a:lvl1pPr>
              <a:defRPr sz="3200"/>
            </a:lvl1pPr>
            <a:lvl2pPr>
              <a:defRPr sz="2800"/>
            </a:lvl2pPr>
            <a:lvl3pPr>
              <a:defRPr sz="2400"/>
            </a:lvl3pPr>
            <a:lvl4pPr>
              <a:defRPr sz="2400"/>
            </a:lvl4pPr>
            <a:lvl5pPr>
              <a:defRPr sz="2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676401"/>
            <a:ext cx="4011084" cy="48768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42412802"/>
      </p:ext>
    </p:extLst>
  </p:cSld>
  <p:clrMapOvr>
    <a:masterClrMapping/>
  </p:clrMapOvr>
  <p:transition>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530174400"/>
      </p:ext>
    </p:extLst>
  </p:cSld>
  <p:clrMapOvr>
    <a:masterClrMapping/>
  </p:clrMapOvr>
  <p:transition>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endParaRPr lang="en-US">
              <a:solidFill>
                <a:prstClr val="black"/>
              </a:solidFill>
            </a:endParaRP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endParaRPr lang="en-US">
              <a:solidFill>
                <a:prstClr val="black"/>
              </a:solidFill>
            </a:endParaRPr>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F70FBD85-7FF4-40AC-94C6-23BF633C6D67}"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763648405"/>
      </p:ext>
    </p:extLst>
  </p:cSld>
  <p:clrMapOvr>
    <a:masterClrMapping/>
  </p:clrMapOvr>
  <p:transition>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endParaRPr lang="en-US">
              <a:solidFill>
                <a:prstClr val="black"/>
              </a:solidFill>
            </a:endParaRP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endParaRPr lang="en-US">
              <a:solidFill>
                <a:prstClr val="black"/>
              </a:solidFill>
            </a:endParaRPr>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F70FBD85-7FF4-40AC-94C6-23BF633C6D67}"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847474233"/>
      </p:ext>
    </p:extLst>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7" descr="BG01"/>
          <p:cNvPicPr>
            <a:picLocks noChangeAspect="1" noChangeArrowheads="1"/>
          </p:cNvPicPr>
          <p:nvPr/>
        </p:nvPicPr>
        <p:blipFill>
          <a:blip r:embed="rId13" cstate="print"/>
          <a:srcRect/>
          <a:stretch>
            <a:fillRect/>
          </a:stretch>
        </p:blipFill>
        <p:spPr bwMode="auto">
          <a:xfrm>
            <a:off x="0" y="0"/>
            <a:ext cx="12192000" cy="6858000"/>
          </a:xfrm>
          <a:prstGeom prst="rect">
            <a:avLst/>
          </a:prstGeom>
          <a:noFill/>
          <a:ln w="9525">
            <a:noFill/>
            <a:miter lim="800000"/>
            <a:headEnd/>
            <a:tailEnd/>
          </a:ln>
        </p:spPr>
      </p:pic>
      <p:sp>
        <p:nvSpPr>
          <p:cNvPr id="2" name="Title Placeholder 1"/>
          <p:cNvSpPr>
            <a:spLocks noGrp="1"/>
          </p:cNvSpPr>
          <p:nvPr>
            <p:ph type="title"/>
          </p:nvPr>
        </p:nvSpPr>
        <p:spPr>
          <a:xfrm>
            <a:off x="609600" y="762000"/>
            <a:ext cx="10972800" cy="6858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876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12366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fade thruBlk="1"/>
  </p:transition>
  <p:hf sldNum="0" hdr="0" dt="0"/>
  <p:txStyles>
    <p:titleStyle>
      <a:lvl1pPr algn="ctr" defTabSz="914400" rtl="0" eaLnBrk="1" latinLnBrk="0" hangingPunct="1">
        <a:spcBef>
          <a:spcPct val="0"/>
        </a:spcBef>
        <a:buNone/>
        <a:defRPr sz="44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Courier New" pitchFamily="49" charset="0"/>
        <a:buChar char="o"/>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Wingdings" pitchFamily="2" charset="2"/>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SzPct val="70000"/>
        <a:buFont typeface="Wingdings" pitchFamily="2" charset="2"/>
        <a:buChar char="q"/>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Wingdings" pitchFamily="2" charset="2"/>
        <a:buChar char="Ø"/>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E0491D-BF88-E690-B78D-0A5779D95303}"/>
              </a:ext>
            </a:extLst>
          </p:cNvPr>
          <p:cNvSpPr>
            <a:spLocks noGrp="1"/>
          </p:cNvSpPr>
          <p:nvPr>
            <p:ph idx="1"/>
          </p:nvPr>
        </p:nvSpPr>
        <p:spPr>
          <a:xfrm>
            <a:off x="609600" y="1219201"/>
            <a:ext cx="10972800" cy="5257802"/>
          </a:xfrm>
        </p:spPr>
        <p:txBody>
          <a:bodyPr vert="horz" lIns="91440" tIns="45720" rIns="91440" bIns="45720" rtlCol="0" anchor="t">
            <a:normAutofit/>
          </a:bodyPr>
          <a:lstStyle/>
          <a:p>
            <a:pPr marL="0" indent="0" algn="ctr">
              <a:buNone/>
            </a:pPr>
            <a:r>
              <a:rPr lang="en-US" sz="4000" b="1" dirty="0">
                <a:latin typeface="Times New Roman" panose="02020603050405020304" pitchFamily="18" charset="0"/>
                <a:ea typeface="Calibri"/>
                <a:cs typeface="Times New Roman" panose="02020603050405020304" pitchFamily="18" charset="0"/>
              </a:rPr>
              <a:t>BSCS Methods of Research</a:t>
            </a:r>
          </a:p>
          <a:p>
            <a:pPr marL="0" indent="0" algn="ctr">
              <a:buNone/>
            </a:pPr>
            <a:r>
              <a:rPr lang="en-US" sz="4000" b="1" dirty="0">
                <a:latin typeface="Times New Roman" panose="02020603050405020304" pitchFamily="18" charset="0"/>
                <a:ea typeface="Calibri"/>
                <a:cs typeface="Times New Roman" panose="02020603050405020304" pitchFamily="18" charset="0"/>
              </a:rPr>
              <a:t>Final Defense</a:t>
            </a:r>
          </a:p>
          <a:p>
            <a:pPr marL="0" indent="0" algn="ctr">
              <a:buNone/>
            </a:pPr>
            <a:endParaRPr lang="en-US">
              <a:latin typeface="Times New Roman" panose="02020603050405020304" pitchFamily="18" charset="0"/>
              <a:ea typeface="Calibri"/>
              <a:cs typeface="Times New Roman" panose="02020603050405020304" pitchFamily="18" charset="0"/>
            </a:endParaRPr>
          </a:p>
          <a:p>
            <a:pPr marL="0" indent="0" algn="ctr">
              <a:buNone/>
            </a:pPr>
            <a:r>
              <a:rPr lang="en-US" sz="3000" dirty="0">
                <a:latin typeface="Times New Roman"/>
                <a:ea typeface="Calibri"/>
                <a:cs typeface="Times New Roman"/>
              </a:rPr>
              <a:t>List of Group Members:</a:t>
            </a:r>
          </a:p>
          <a:p>
            <a:pPr marL="0" indent="0">
              <a:buNone/>
            </a:pPr>
            <a:r>
              <a:rPr lang="en-US" sz="3000" dirty="0">
                <a:latin typeface="Times New Roman" panose="02020603050405020304" pitchFamily="18" charset="0"/>
                <a:ea typeface="Calibri"/>
                <a:cs typeface="Times New Roman" panose="02020603050405020304" pitchFamily="18" charset="0"/>
              </a:rPr>
              <a:t>Project Manager : Accad, Glenn Marco B.</a:t>
            </a:r>
          </a:p>
          <a:p>
            <a:pPr marL="0" indent="0">
              <a:buNone/>
            </a:pPr>
            <a:r>
              <a:rPr lang="en-US" sz="3000" dirty="0">
                <a:latin typeface="Times New Roman" panose="02020603050405020304" pitchFamily="18" charset="0"/>
                <a:ea typeface="Calibri"/>
                <a:cs typeface="Times New Roman" panose="02020603050405020304" pitchFamily="18" charset="0"/>
              </a:rPr>
              <a:t>Programmer Specialist : Tayag, Jose Mari Christian V.</a:t>
            </a:r>
          </a:p>
          <a:p>
            <a:pPr marL="0" indent="0">
              <a:buNone/>
            </a:pPr>
            <a:r>
              <a:rPr lang="en-US" sz="3000" dirty="0">
                <a:latin typeface="Times New Roman"/>
                <a:ea typeface="Calibri"/>
                <a:cs typeface="Times New Roman"/>
              </a:rPr>
              <a:t>System Analyst Specialist : </a:t>
            </a:r>
            <a:r>
              <a:rPr lang="en-US" sz="3000" dirty="0" err="1">
                <a:latin typeface="Times New Roman"/>
                <a:ea typeface="Calibri"/>
                <a:cs typeface="Times New Roman"/>
              </a:rPr>
              <a:t>Mamauag</a:t>
            </a:r>
            <a:r>
              <a:rPr lang="en-US" sz="3000" dirty="0">
                <a:latin typeface="Times New Roman"/>
                <a:ea typeface="Calibri"/>
                <a:cs typeface="Times New Roman"/>
              </a:rPr>
              <a:t>, Jefferson G.</a:t>
            </a:r>
          </a:p>
          <a:p>
            <a:pPr marL="0" indent="0">
              <a:buNone/>
            </a:pPr>
            <a:r>
              <a:rPr lang="en-US" sz="3000" dirty="0">
                <a:latin typeface="Times New Roman" panose="02020603050405020304" pitchFamily="18" charset="0"/>
                <a:ea typeface="Calibri"/>
                <a:cs typeface="Times New Roman" panose="02020603050405020304" pitchFamily="18" charset="0"/>
              </a:rPr>
              <a:t>Quality Assurance Specialist : Gallano, Adrian V.</a:t>
            </a:r>
          </a:p>
        </p:txBody>
      </p:sp>
      <p:sp>
        <p:nvSpPr>
          <p:cNvPr id="4" name="Footer Placeholder 3">
            <a:extLst>
              <a:ext uri="{FF2B5EF4-FFF2-40B4-BE49-F238E27FC236}">
                <a16:creationId xmlns:a16="http://schemas.microsoft.com/office/drawing/2014/main" id="{DADBC192-1C0C-084D-C845-72829914CE3C}"/>
              </a:ext>
            </a:extLst>
          </p:cNvPr>
          <p:cNvSpPr>
            <a:spLocks noGrp="1"/>
          </p:cNvSpPr>
          <p:nvPr>
            <p:ph type="ftr" sz="quarter" idx="11"/>
          </p:nvPr>
        </p:nvSpPr>
        <p:spPr>
          <a:xfrm>
            <a:off x="288365" y="6289116"/>
            <a:ext cx="3860800" cy="365125"/>
          </a:xfrm>
        </p:spPr>
        <p:txBody>
          <a:bodyPr lIns="91440" tIns="45720" rIns="91440" bIns="45720" anchor="t"/>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268111493"/>
      </p:ext>
    </p:extLst>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796834" y="2514601"/>
            <a:ext cx="10363200" cy="147002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b="1" kern="1200">
                <a:solidFill>
                  <a:schemeClr val="tx1"/>
                </a:solidFill>
                <a:latin typeface="+mj-lt"/>
                <a:ea typeface="+mj-ea"/>
                <a:cs typeface="+mj-cs"/>
              </a:defRPr>
            </a:lvl1pPr>
          </a:lstStyle>
          <a:p>
            <a:r>
              <a:rPr lang="en-US"/>
              <a:t>SANDEE: AN EDUCATIONAL 2D OPEN WORLD SURVIVAL CRAFTING GAME FOR LUA AND PYTHON</a:t>
            </a:r>
            <a:endParaRPr lang="en-PH"/>
          </a:p>
        </p:txBody>
      </p:sp>
      <p:sp>
        <p:nvSpPr>
          <p:cNvPr id="4" name="Footer Placeholder 3">
            <a:extLst>
              <a:ext uri="{FF2B5EF4-FFF2-40B4-BE49-F238E27FC236}">
                <a16:creationId xmlns:a16="http://schemas.microsoft.com/office/drawing/2014/main" id="{C09FB484-2C92-4FD6-9B34-7A7EC8F99208}"/>
              </a:ext>
            </a:extLst>
          </p:cNvPr>
          <p:cNvSpPr>
            <a:spLocks noGrp="1"/>
          </p:cNvSpPr>
          <p:nvPr>
            <p:ph type="ftr" sz="quarter" idx="11"/>
          </p:nvPr>
        </p:nvSpPr>
        <p:spPr>
          <a:xfrm>
            <a:off x="288365" y="6289116"/>
            <a:ext cx="3860800" cy="365125"/>
          </a:xfrm>
        </p:spPr>
        <p:txBody>
          <a:bodyPr lIns="91440" tIns="45720" rIns="91440" bIns="45720" anchor="t"/>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1161056391"/>
      </p:ext>
    </p:extLst>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9953" y="1714151"/>
            <a:ext cx="10972800" cy="4876801"/>
          </a:xfrm>
        </p:spPr>
        <p:txBody>
          <a:bodyPr vert="horz" lIns="91440" tIns="45720" rIns="91440" bIns="45720" rtlCol="0" anchor="t">
            <a:noAutofit/>
          </a:bodyPr>
          <a:lstStyle/>
          <a:p>
            <a:pPr marL="0" indent="0">
              <a:buNone/>
            </a:pPr>
            <a:r>
              <a:rPr lang="en-US" sz="2500" dirty="0">
                <a:latin typeface="Times New Roman"/>
                <a:cs typeface="Times New Roman"/>
              </a:rPr>
              <a:t>The demand for Lua developers has grown, particularly in the gaming industry (Crudu, 2024), and Python continues to gain popularity for its easy-to-learn syntax.</a:t>
            </a:r>
            <a:endParaRPr lang="en-US" dirty="0"/>
          </a:p>
          <a:p>
            <a:pPr marL="0" indent="0">
              <a:buNone/>
            </a:pPr>
            <a:r>
              <a:rPr lang="en-US" sz="2500" dirty="0">
                <a:latin typeface="Times New Roman"/>
                <a:cs typeface="Times New Roman"/>
              </a:rPr>
              <a:t>Many companies turn to these languages for its superior performance and ease of use.</a:t>
            </a:r>
          </a:p>
          <a:p>
            <a:pPr marL="0" indent="0">
              <a:buNone/>
            </a:pPr>
            <a:r>
              <a:rPr lang="en-US" sz="2500" dirty="0">
                <a:latin typeface="Times New Roman"/>
                <a:cs typeface="Times New Roman"/>
              </a:rPr>
              <a:t>To address this, the study proposes </a:t>
            </a:r>
            <a:r>
              <a:rPr lang="en-US" sz="2500" b="1" dirty="0" err="1">
                <a:latin typeface="Times New Roman"/>
                <a:cs typeface="Times New Roman"/>
              </a:rPr>
              <a:t>SandEE</a:t>
            </a:r>
            <a:r>
              <a:rPr lang="en-US" sz="2500">
                <a:latin typeface="Times New Roman"/>
                <a:cs typeface="Times New Roman"/>
              </a:rPr>
              <a:t>, An Educational 2D Open World Survival </a:t>
            </a:r>
            <a:r>
              <a:rPr lang="en-US" sz="2500" dirty="0">
                <a:latin typeface="Times New Roman"/>
                <a:cs typeface="Times New Roman"/>
              </a:rPr>
              <a:t>Crafting Game for Lua and Python designed as an educational tool for learning Lua and Python. The game introduces programming concepts through interactive gameplay, where players write and run code that directly affects the game environment. Embedded interpreters for both languages provide realistic, visual feedback, while a mission system guides learners through progressive challenges, rewarding them as they advance their programming skills.</a:t>
            </a:r>
          </a:p>
        </p:txBody>
      </p:sp>
      <p:sp>
        <p:nvSpPr>
          <p:cNvPr id="7" name="Title 1"/>
          <p:cNvSpPr>
            <a:spLocks noGrp="1"/>
          </p:cNvSpPr>
          <p:nvPr>
            <p:ph type="title"/>
          </p:nvPr>
        </p:nvSpPr>
        <p:spPr>
          <a:xfrm>
            <a:off x="609600" y="905435"/>
            <a:ext cx="10972800" cy="685800"/>
          </a:xfrm>
        </p:spPr>
        <p:txBody>
          <a:bodyPr>
            <a:noAutofit/>
          </a:bodyPr>
          <a:lstStyle/>
          <a:p>
            <a:r>
              <a:rPr lang="en-PH"/>
              <a:t>Introduction</a:t>
            </a:r>
          </a:p>
        </p:txBody>
      </p:sp>
      <p:sp>
        <p:nvSpPr>
          <p:cNvPr id="8" name="Footer Placeholder 3">
            <a:extLst>
              <a:ext uri="{FF2B5EF4-FFF2-40B4-BE49-F238E27FC236}">
                <a16:creationId xmlns:a16="http://schemas.microsoft.com/office/drawing/2014/main" id="{4677B2D1-E337-4356-9F91-7FF67153FFC5}"/>
              </a:ext>
            </a:extLst>
          </p:cNvPr>
          <p:cNvSpPr>
            <a:spLocks noGrp="1"/>
          </p:cNvSpPr>
          <p:nvPr>
            <p:ph type="ftr" sz="quarter" idx="11"/>
          </p:nvPr>
        </p:nvSpPr>
        <p:spPr>
          <a:xfrm>
            <a:off x="288365" y="6289116"/>
            <a:ext cx="3860800" cy="365125"/>
          </a:xfrm>
        </p:spPr>
        <p:txBody>
          <a:bodyPr lIns="91440" tIns="45720" rIns="91440" bIns="45720" anchor="t"/>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171083451"/>
      </p:ext>
    </p:extLst>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33717" y="566395"/>
            <a:ext cx="10972800" cy="685800"/>
          </a:xfrm>
        </p:spPr>
        <p:txBody>
          <a:bodyPr>
            <a:normAutofit fontScale="90000"/>
          </a:bodyPr>
          <a:lstStyle/>
          <a:p>
            <a:r>
              <a:rPr lang="en-US"/>
              <a:t>Background of the Problem</a:t>
            </a:r>
          </a:p>
        </p:txBody>
      </p:sp>
      <p:sp>
        <p:nvSpPr>
          <p:cNvPr id="9" name="Footer Placeholder 3">
            <a:extLst>
              <a:ext uri="{FF2B5EF4-FFF2-40B4-BE49-F238E27FC236}">
                <a16:creationId xmlns:a16="http://schemas.microsoft.com/office/drawing/2014/main" id="{239C0605-FC30-4381-90E6-94A599B5CADE}"/>
              </a:ext>
            </a:extLst>
          </p:cNvPr>
          <p:cNvSpPr>
            <a:spLocks noGrp="1"/>
          </p:cNvSpPr>
          <p:nvPr>
            <p:ph type="ftr" sz="quarter" idx="11"/>
          </p:nvPr>
        </p:nvSpPr>
        <p:spPr>
          <a:xfrm>
            <a:off x="288365" y="6289116"/>
            <a:ext cx="3860800" cy="365125"/>
          </a:xfrm>
        </p:spPr>
        <p:txBody>
          <a:bodyPr lIns="91440" tIns="45720" rIns="91440" bIns="45720" anchor="t"/>
          <a:lstStyle/>
          <a:p>
            <a:r>
              <a:rPr lang="en-US">
                <a:solidFill>
                  <a:prstClr val="black"/>
                </a:solidFill>
                <a:ea typeface="Calibri"/>
                <a:cs typeface="Calibri"/>
              </a:rPr>
              <a:t>STI College San Jose Del Monte</a:t>
            </a:r>
            <a:endParaRPr lang="en-US">
              <a:solidFill>
                <a:prstClr val="black"/>
              </a:solidFill>
            </a:endParaRPr>
          </a:p>
        </p:txBody>
      </p:sp>
      <p:sp>
        <p:nvSpPr>
          <p:cNvPr id="3" name="Content Placeholder 2">
            <a:extLst>
              <a:ext uri="{FF2B5EF4-FFF2-40B4-BE49-F238E27FC236}">
                <a16:creationId xmlns:a16="http://schemas.microsoft.com/office/drawing/2014/main" id="{49F2C6E6-9CC1-5438-7E8A-170FE5B0988E}"/>
              </a:ext>
            </a:extLst>
          </p:cNvPr>
          <p:cNvSpPr>
            <a:spLocks noGrp="1"/>
          </p:cNvSpPr>
          <p:nvPr>
            <p:ph idx="1"/>
          </p:nvPr>
        </p:nvSpPr>
        <p:spPr>
          <a:xfrm>
            <a:off x="493059" y="1693801"/>
            <a:ext cx="11410576" cy="4876801"/>
          </a:xfrm>
        </p:spPr>
        <p:txBody>
          <a:bodyPr vert="horz" lIns="91440" tIns="45720" rIns="91440" bIns="45720" rtlCol="0" anchor="t">
            <a:normAutofit fontScale="92500" lnSpcReduction="10000"/>
          </a:bodyPr>
          <a:lstStyle/>
          <a:p>
            <a:pPr marL="0" indent="0">
              <a:buNone/>
            </a:pPr>
            <a:r>
              <a:rPr lang="en-US" dirty="0">
                <a:latin typeface="Times New Roman"/>
                <a:cs typeface="Times New Roman"/>
              </a:rPr>
              <a:t>The rapid advancement of technology has significantly transformed educational methodologies. The traditional curriculum for programming languages such as Lua and Python, which often emphasizes theoretical concepts and static exercises, struggles to fully engage students or prepare them for real-world problem-solving. </a:t>
            </a:r>
            <a:endParaRPr lang="en-PH" dirty="0">
              <a:latin typeface="Times New Roman"/>
              <a:ea typeface="Calibri"/>
              <a:cs typeface="Times New Roman"/>
            </a:endParaRPr>
          </a:p>
          <a:p>
            <a:pPr marL="0" indent="0">
              <a:buNone/>
            </a:pPr>
            <a:r>
              <a:rPr lang="en-US" dirty="0">
                <a:latin typeface="Times New Roman"/>
                <a:cs typeface="Times New Roman"/>
              </a:rPr>
              <a:t>In contrast, educational games have emerged as an innovative approach to learning. The proponents have conducted a survey with the Grade 11 and Grade 12 ICT and STEM students of </a:t>
            </a:r>
            <a:r>
              <a:rPr lang="en-US" dirty="0" err="1">
                <a:latin typeface="Times New Roman"/>
                <a:cs typeface="Times New Roman"/>
              </a:rPr>
              <a:t>Yverdon</a:t>
            </a:r>
            <a:r>
              <a:rPr lang="en-US" dirty="0">
                <a:latin typeface="Times New Roman"/>
                <a:cs typeface="Times New Roman"/>
              </a:rPr>
              <a:t> De </a:t>
            </a:r>
            <a:r>
              <a:rPr lang="en-US" dirty="0" err="1">
                <a:latin typeface="Times New Roman"/>
                <a:cs typeface="Times New Roman"/>
              </a:rPr>
              <a:t>Pestallozi</a:t>
            </a:r>
            <a:r>
              <a:rPr lang="en-US" dirty="0">
                <a:latin typeface="Times New Roman"/>
                <a:cs typeface="Times New Roman"/>
              </a:rPr>
              <a:t> School Inc. The results shows that out of 104 students, over 70% are not familiar with Lua. However, the results also show that over 70% of the students are also interested in learning both Lua and Python.</a:t>
            </a:r>
            <a:endParaRPr lang="en-US" dirty="0">
              <a:latin typeface="Times New Roman"/>
              <a:ea typeface="Calibri"/>
              <a:cs typeface="Times New Roman"/>
            </a:endParaRPr>
          </a:p>
        </p:txBody>
      </p:sp>
    </p:spTree>
    <p:extLst>
      <p:ext uri="{BB962C8B-B14F-4D97-AF65-F5344CB8AC3E}">
        <p14:creationId xmlns:p14="http://schemas.microsoft.com/office/powerpoint/2010/main" val="2496496024"/>
      </p:ext>
    </p:extLst>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F1F1-6B8B-6DC7-2A6A-EAB66C43B68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24BFAD8-70D9-F7D2-52A1-53F62B007097}"/>
              </a:ext>
            </a:extLst>
          </p:cNvPr>
          <p:cNvSpPr>
            <a:spLocks noGrp="1"/>
          </p:cNvSpPr>
          <p:nvPr>
            <p:ph type="title"/>
          </p:nvPr>
        </p:nvSpPr>
        <p:spPr>
          <a:xfrm>
            <a:off x="833717" y="566395"/>
            <a:ext cx="10972800" cy="685800"/>
          </a:xfrm>
        </p:spPr>
        <p:txBody>
          <a:bodyPr>
            <a:normAutofit fontScale="90000"/>
          </a:bodyPr>
          <a:lstStyle/>
          <a:p>
            <a:r>
              <a:rPr lang="en-US"/>
              <a:t>General Problem</a:t>
            </a:r>
          </a:p>
        </p:txBody>
      </p:sp>
      <p:sp>
        <p:nvSpPr>
          <p:cNvPr id="9" name="Footer Placeholder 3">
            <a:extLst>
              <a:ext uri="{FF2B5EF4-FFF2-40B4-BE49-F238E27FC236}">
                <a16:creationId xmlns:a16="http://schemas.microsoft.com/office/drawing/2014/main" id="{BBD3844D-E619-878C-ECEE-38146B2EAE33}"/>
              </a:ext>
            </a:extLst>
          </p:cNvPr>
          <p:cNvSpPr>
            <a:spLocks noGrp="1"/>
          </p:cNvSpPr>
          <p:nvPr>
            <p:ph type="ftr" sz="quarter" idx="11"/>
          </p:nvPr>
        </p:nvSpPr>
        <p:spPr>
          <a:xfrm>
            <a:off x="288365" y="6289116"/>
            <a:ext cx="3860800" cy="365125"/>
          </a:xfrm>
        </p:spPr>
        <p:txBody>
          <a:bodyPr lIns="91440" tIns="45720" rIns="91440" bIns="45720" anchor="t"/>
          <a:lstStyle/>
          <a:p>
            <a:r>
              <a:rPr lang="en-US">
                <a:solidFill>
                  <a:prstClr val="black"/>
                </a:solidFill>
                <a:ea typeface="Calibri"/>
                <a:cs typeface="Calibri"/>
              </a:rPr>
              <a:t>STI College San Jose Del Monte</a:t>
            </a:r>
            <a:endParaRPr lang="en-US">
              <a:solidFill>
                <a:prstClr val="black"/>
              </a:solidFill>
            </a:endParaRPr>
          </a:p>
        </p:txBody>
      </p:sp>
      <p:sp>
        <p:nvSpPr>
          <p:cNvPr id="3" name="Content Placeholder 2">
            <a:extLst>
              <a:ext uri="{FF2B5EF4-FFF2-40B4-BE49-F238E27FC236}">
                <a16:creationId xmlns:a16="http://schemas.microsoft.com/office/drawing/2014/main" id="{2FE3D0F4-A474-7B12-76FD-2C32E243ECA8}"/>
              </a:ext>
            </a:extLst>
          </p:cNvPr>
          <p:cNvSpPr>
            <a:spLocks noGrp="1"/>
          </p:cNvSpPr>
          <p:nvPr>
            <p:ph idx="1"/>
          </p:nvPr>
        </p:nvSpPr>
        <p:spPr>
          <a:xfrm>
            <a:off x="493059" y="1693801"/>
            <a:ext cx="11410576" cy="4876801"/>
          </a:xfrm>
        </p:spPr>
        <p:txBody>
          <a:bodyPr vert="horz" lIns="91440" tIns="45720" rIns="91440" bIns="45720" rtlCol="0" anchor="t">
            <a:noAutofit/>
          </a:bodyPr>
          <a:lstStyle/>
          <a:p>
            <a:pPr marL="0" indent="0">
              <a:buNone/>
            </a:pPr>
            <a:r>
              <a:rPr lang="en-US"/>
              <a:t>How to develop a game to supplement the high interest in learning Lua and Python through a game?</a:t>
            </a:r>
          </a:p>
          <a:p>
            <a:pPr marL="0" indent="0">
              <a:buNone/>
            </a:pPr>
            <a:endParaRPr lang="en-PH"/>
          </a:p>
        </p:txBody>
      </p:sp>
    </p:spTree>
    <p:extLst>
      <p:ext uri="{BB962C8B-B14F-4D97-AF65-F5344CB8AC3E}">
        <p14:creationId xmlns:p14="http://schemas.microsoft.com/office/powerpoint/2010/main" val="3875857840"/>
      </p:ext>
    </p:extLst>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CCBF9-6C47-DDA4-517E-9CEEF6217BC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0D6CA0E-E9ED-55E0-FAEB-ED735491ED3C}"/>
              </a:ext>
            </a:extLst>
          </p:cNvPr>
          <p:cNvSpPr>
            <a:spLocks noGrp="1"/>
          </p:cNvSpPr>
          <p:nvPr>
            <p:ph type="title"/>
          </p:nvPr>
        </p:nvSpPr>
        <p:spPr>
          <a:xfrm>
            <a:off x="833717" y="566395"/>
            <a:ext cx="10972800" cy="685800"/>
          </a:xfrm>
        </p:spPr>
        <p:txBody>
          <a:bodyPr>
            <a:normAutofit fontScale="90000"/>
          </a:bodyPr>
          <a:lstStyle/>
          <a:p>
            <a:r>
              <a:rPr lang="en-US"/>
              <a:t>Specific Problem</a:t>
            </a:r>
          </a:p>
        </p:txBody>
      </p:sp>
      <p:sp>
        <p:nvSpPr>
          <p:cNvPr id="9" name="Footer Placeholder 3">
            <a:extLst>
              <a:ext uri="{FF2B5EF4-FFF2-40B4-BE49-F238E27FC236}">
                <a16:creationId xmlns:a16="http://schemas.microsoft.com/office/drawing/2014/main" id="{19204CCF-AEA2-E0C7-1D74-9A0A91584FDA}"/>
              </a:ext>
            </a:extLst>
          </p:cNvPr>
          <p:cNvSpPr>
            <a:spLocks noGrp="1"/>
          </p:cNvSpPr>
          <p:nvPr>
            <p:ph type="ftr" sz="quarter" idx="11"/>
          </p:nvPr>
        </p:nvSpPr>
        <p:spPr>
          <a:xfrm>
            <a:off x="288365" y="6289116"/>
            <a:ext cx="3860800" cy="365125"/>
          </a:xfrm>
        </p:spPr>
        <p:txBody>
          <a:bodyPr lIns="91440" tIns="45720" rIns="91440" bIns="45720" anchor="t"/>
          <a:lstStyle/>
          <a:p>
            <a:r>
              <a:rPr lang="en-US">
                <a:solidFill>
                  <a:prstClr val="black"/>
                </a:solidFill>
                <a:ea typeface="Calibri"/>
                <a:cs typeface="Calibri"/>
              </a:rPr>
              <a:t>STI College San Jose Del Monte</a:t>
            </a:r>
            <a:endParaRPr lang="en-US">
              <a:solidFill>
                <a:prstClr val="black"/>
              </a:solidFill>
            </a:endParaRPr>
          </a:p>
        </p:txBody>
      </p:sp>
      <p:sp>
        <p:nvSpPr>
          <p:cNvPr id="3" name="Content Placeholder 2">
            <a:extLst>
              <a:ext uri="{FF2B5EF4-FFF2-40B4-BE49-F238E27FC236}">
                <a16:creationId xmlns:a16="http://schemas.microsoft.com/office/drawing/2014/main" id="{D7FBA08B-F67C-C9C3-2279-78F2AE8259A4}"/>
              </a:ext>
            </a:extLst>
          </p:cNvPr>
          <p:cNvSpPr>
            <a:spLocks noGrp="1"/>
          </p:cNvSpPr>
          <p:nvPr>
            <p:ph idx="1"/>
          </p:nvPr>
        </p:nvSpPr>
        <p:spPr>
          <a:xfrm>
            <a:off x="493059" y="1693801"/>
            <a:ext cx="11410576" cy="4876801"/>
          </a:xfrm>
        </p:spPr>
        <p:txBody>
          <a:bodyPr vert="horz" lIns="91440" tIns="45720" rIns="91440" bIns="45720" rtlCol="0" anchor="t">
            <a:noAutofit/>
          </a:bodyPr>
          <a:lstStyle/>
          <a:p>
            <a:pPr lvl="0"/>
            <a:r>
              <a:rPr lang="en-US" sz="3000">
                <a:latin typeface="Times New Roman" panose="02020603050405020304" pitchFamily="18" charset="0"/>
                <a:cs typeface="Times New Roman" panose="02020603050405020304" pitchFamily="18" charset="0"/>
              </a:rPr>
              <a:t>How to develop a game that enhances programming skills by providing hands-on learning where concepts are learned through experience?</a:t>
            </a:r>
            <a:endParaRPr lang="en-PH" sz="3000">
              <a:latin typeface="Times New Roman" panose="02020603050405020304" pitchFamily="18" charset="0"/>
              <a:cs typeface="Times New Roman" panose="02020603050405020304" pitchFamily="18" charset="0"/>
            </a:endParaRPr>
          </a:p>
          <a:p>
            <a:pPr lvl="0"/>
            <a:r>
              <a:rPr lang="en-US" sz="3000">
                <a:latin typeface="Times New Roman" panose="02020603050405020304" pitchFamily="18" charset="0"/>
                <a:cs typeface="Times New Roman" panose="02020603050405020304" pitchFamily="18" charset="0"/>
              </a:rPr>
              <a:t>How to develop a game that provides direct visual feedback as players learn and apply programming concepts?</a:t>
            </a:r>
            <a:endParaRPr lang="en-PH" sz="3000">
              <a:latin typeface="Times New Roman" panose="02020603050405020304" pitchFamily="18" charset="0"/>
              <a:cs typeface="Times New Roman" panose="02020603050405020304" pitchFamily="18" charset="0"/>
            </a:endParaRPr>
          </a:p>
          <a:p>
            <a:pPr lvl="0"/>
            <a:r>
              <a:rPr lang="en-PH" sz="3000">
                <a:latin typeface="Times New Roman" panose="02020603050405020304" pitchFamily="18" charset="0"/>
                <a:cs typeface="Times New Roman" panose="02020603050405020304" pitchFamily="18" charset="0"/>
              </a:rPr>
              <a:t>How to develop a game that realistically responds to player errors by embedding Lua and Python interpreters within the system?</a:t>
            </a:r>
            <a:r>
              <a:rPr lang="en-US" sz="3000">
                <a:latin typeface="Times New Roman" panose="02020603050405020304" pitchFamily="18" charset="0"/>
                <a:cs typeface="Times New Roman" panose="02020603050405020304" pitchFamily="18" charset="0"/>
              </a:rPr>
              <a:t> </a:t>
            </a:r>
            <a:endParaRPr lang="en-PH" sz="3000">
              <a:latin typeface="Times New Roman" panose="02020603050405020304" pitchFamily="18" charset="0"/>
              <a:cs typeface="Times New Roman" panose="02020603050405020304" pitchFamily="18" charset="0"/>
            </a:endParaRPr>
          </a:p>
          <a:p>
            <a:pPr lvl="0"/>
            <a:r>
              <a:rPr lang="en-US" sz="3000">
                <a:latin typeface="Times New Roman" panose="02020603050405020304" pitchFamily="18" charset="0"/>
                <a:cs typeface="Times New Roman" panose="02020603050405020304" pitchFamily="18" charset="0"/>
              </a:rPr>
              <a:t>How to develop a game that introduces the programming structure and syntax of Lua and Python?</a:t>
            </a:r>
            <a:endParaRPr lang="en-PH" sz="3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8432728"/>
      </p:ext>
    </p:extLst>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19200" y="538935"/>
            <a:ext cx="10972800" cy="685800"/>
          </a:xfrm>
        </p:spPr>
        <p:txBody>
          <a:bodyPr>
            <a:normAutofit fontScale="90000"/>
          </a:bodyPr>
          <a:lstStyle/>
          <a:p>
            <a:r>
              <a:rPr lang="en-PH"/>
              <a:t>Objectives of the Study</a:t>
            </a:r>
            <a:br>
              <a:rPr lang="en-US"/>
            </a:br>
            <a:endParaRPr lang="en-US"/>
          </a:p>
        </p:txBody>
      </p:sp>
      <p:sp>
        <p:nvSpPr>
          <p:cNvPr id="5" name="Footer Placeholder 3">
            <a:extLst>
              <a:ext uri="{FF2B5EF4-FFF2-40B4-BE49-F238E27FC236}">
                <a16:creationId xmlns:a16="http://schemas.microsoft.com/office/drawing/2014/main" id="{C2164358-7530-4EDD-97C4-67188CC432AA}"/>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
        <p:nvSpPr>
          <p:cNvPr id="2" name="Content Placeholder 1">
            <a:extLst>
              <a:ext uri="{FF2B5EF4-FFF2-40B4-BE49-F238E27FC236}">
                <a16:creationId xmlns:a16="http://schemas.microsoft.com/office/drawing/2014/main" id="{79AC4F92-D192-4855-D5F1-875584C2F19C}"/>
              </a:ext>
            </a:extLst>
          </p:cNvPr>
          <p:cNvSpPr>
            <a:spLocks noGrp="1"/>
          </p:cNvSpPr>
          <p:nvPr>
            <p:ph idx="1"/>
          </p:nvPr>
        </p:nvSpPr>
        <p:spPr>
          <a:xfrm>
            <a:off x="609600" y="1976535"/>
            <a:ext cx="10972800" cy="4876801"/>
          </a:xfrm>
        </p:spPr>
        <p:txBody>
          <a:bodyPr/>
          <a:lstStyle/>
          <a:p>
            <a:pPr marL="0" indent="0">
              <a:buNone/>
            </a:pPr>
            <a:r>
              <a:rPr lang="en-PH"/>
              <a:t>To develop a game to supplement the high interest in learning Lua and Python 	through a game.</a:t>
            </a:r>
            <a:endParaRPr lang="en-US"/>
          </a:p>
        </p:txBody>
      </p:sp>
      <p:sp>
        <p:nvSpPr>
          <p:cNvPr id="3" name="Title 3">
            <a:extLst>
              <a:ext uri="{FF2B5EF4-FFF2-40B4-BE49-F238E27FC236}">
                <a16:creationId xmlns:a16="http://schemas.microsoft.com/office/drawing/2014/main" id="{911796F6-94D3-63BE-0941-40003663E6B6}"/>
              </a:ext>
            </a:extLst>
          </p:cNvPr>
          <p:cNvSpPr txBox="1">
            <a:spLocks/>
          </p:cNvSpPr>
          <p:nvPr/>
        </p:nvSpPr>
        <p:spPr>
          <a:xfrm>
            <a:off x="609459" y="1224735"/>
            <a:ext cx="10972800" cy="685800"/>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b="1" kern="1200">
                <a:solidFill>
                  <a:schemeClr val="tx1"/>
                </a:solidFill>
                <a:latin typeface="+mj-lt"/>
                <a:ea typeface="+mj-ea"/>
                <a:cs typeface="+mj-cs"/>
              </a:defRPr>
            </a:lvl1pPr>
          </a:lstStyle>
          <a:p>
            <a:pPr algn="l"/>
            <a:r>
              <a:rPr lang="en-US" sz="3200"/>
              <a:t>General Objectives</a:t>
            </a:r>
          </a:p>
        </p:txBody>
      </p:sp>
    </p:spTree>
    <p:extLst>
      <p:ext uri="{BB962C8B-B14F-4D97-AF65-F5344CB8AC3E}">
        <p14:creationId xmlns:p14="http://schemas.microsoft.com/office/powerpoint/2010/main" val="241641147"/>
      </p:ext>
    </p:extLst>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547899"/>
            <a:ext cx="10972800" cy="685800"/>
          </a:xfrm>
        </p:spPr>
        <p:txBody>
          <a:bodyPr>
            <a:normAutofit fontScale="90000"/>
          </a:bodyPr>
          <a:lstStyle/>
          <a:p>
            <a:r>
              <a:rPr lang="en-US"/>
              <a:t>Specific Objectives</a:t>
            </a:r>
          </a:p>
        </p:txBody>
      </p:sp>
      <p:sp>
        <p:nvSpPr>
          <p:cNvPr id="5" name="Footer Placeholder 3">
            <a:extLst>
              <a:ext uri="{FF2B5EF4-FFF2-40B4-BE49-F238E27FC236}">
                <a16:creationId xmlns:a16="http://schemas.microsoft.com/office/drawing/2014/main" id="{C2164358-7530-4EDD-97C4-67188CC432AA}"/>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
        <p:nvSpPr>
          <p:cNvPr id="2" name="Content Placeholder 1">
            <a:extLst>
              <a:ext uri="{FF2B5EF4-FFF2-40B4-BE49-F238E27FC236}">
                <a16:creationId xmlns:a16="http://schemas.microsoft.com/office/drawing/2014/main" id="{79AC4F92-D192-4855-D5F1-875584C2F19C}"/>
              </a:ext>
            </a:extLst>
          </p:cNvPr>
          <p:cNvSpPr>
            <a:spLocks noGrp="1"/>
          </p:cNvSpPr>
          <p:nvPr>
            <p:ph idx="1"/>
          </p:nvPr>
        </p:nvSpPr>
        <p:spPr/>
        <p:txBody>
          <a:bodyPr vert="horz" lIns="91440" tIns="45720" rIns="91440" bIns="45720" rtlCol="0" anchor="t">
            <a:normAutofit/>
          </a:bodyPr>
          <a:lstStyle/>
          <a:p>
            <a:pPr lvl="0"/>
            <a:r>
              <a:rPr lang="en-US"/>
              <a:t>To develop a game that enhances programming skills by providing hands-on learning where concepts are learned through experience.</a:t>
            </a:r>
            <a:endParaRPr lang="en-PH"/>
          </a:p>
          <a:p>
            <a:pPr lvl="0"/>
            <a:r>
              <a:rPr lang="en-US"/>
              <a:t>To develop a game that provides direct visual feedback as players learn and apply programming.</a:t>
            </a:r>
            <a:endParaRPr lang="en-US">
              <a:ea typeface="Calibri"/>
              <a:cs typeface="Calibri"/>
            </a:endParaRPr>
          </a:p>
          <a:p>
            <a:pPr lvl="0"/>
            <a:r>
              <a:rPr lang="en-PH"/>
              <a:t>To develop a game that realistically responds to player errors by embedding Lua and Python interpreters within the system.</a:t>
            </a:r>
            <a:endParaRPr lang="en-PH">
              <a:ea typeface="Calibri"/>
              <a:cs typeface="Calibri"/>
            </a:endParaRPr>
          </a:p>
          <a:p>
            <a:pPr lvl="0"/>
            <a:r>
              <a:rPr lang="en-US"/>
              <a:t>To develop a game that introduces the programming structure and syntax of Lua and Python.</a:t>
            </a:r>
            <a:endParaRPr lang="en-US">
              <a:ea typeface="Calibri"/>
              <a:cs typeface="Calibri"/>
            </a:endParaRPr>
          </a:p>
        </p:txBody>
      </p:sp>
    </p:spTree>
    <p:extLst>
      <p:ext uri="{BB962C8B-B14F-4D97-AF65-F5344CB8AC3E}">
        <p14:creationId xmlns:p14="http://schemas.microsoft.com/office/powerpoint/2010/main" val="3412024488"/>
      </p:ext>
    </p:extLst>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973C4D1-98CE-C0A7-7753-34F394B67D64}"/>
              </a:ext>
            </a:extLst>
          </p:cNvPr>
          <p:cNvSpPr>
            <a:spLocks noGrp="1"/>
          </p:cNvSpPr>
          <p:nvPr>
            <p:ph idx="1"/>
          </p:nvPr>
        </p:nvSpPr>
        <p:spPr/>
        <p:txBody>
          <a:bodyPr vert="horz" lIns="91440" tIns="45720" rIns="91440" bIns="45720" rtlCol="0" anchor="t">
            <a:normAutofit/>
          </a:bodyPr>
          <a:lstStyle/>
          <a:p>
            <a:pPr lvl="0"/>
            <a:r>
              <a:rPr lang="en-US"/>
              <a:t>Main Menu</a:t>
            </a:r>
            <a:endParaRPr lang="en-PH"/>
          </a:p>
          <a:p>
            <a:pPr lvl="1"/>
            <a:r>
              <a:rPr lang="en-US"/>
              <a:t>Start Game</a:t>
            </a:r>
            <a:endParaRPr lang="en-PH"/>
          </a:p>
          <a:p>
            <a:pPr lvl="2"/>
            <a:r>
              <a:rPr lang="en-US"/>
              <a:t>This will redirect the user to the saves menu to select their desired save or start a new save.</a:t>
            </a:r>
            <a:endParaRPr lang="en-PH"/>
          </a:p>
          <a:p>
            <a:pPr lvl="1"/>
            <a:r>
              <a:rPr lang="en-US"/>
              <a:t>Settings</a:t>
            </a:r>
            <a:endParaRPr lang="en-PH"/>
          </a:p>
          <a:p>
            <a:pPr lvl="2"/>
            <a:r>
              <a:rPr lang="en-US"/>
              <a:t>This will redirect the user to the settings panel to adjust the game’s sound volume.</a:t>
            </a:r>
            <a:endParaRPr lang="en-PH"/>
          </a:p>
          <a:p>
            <a:pPr lvl="1"/>
            <a:r>
              <a:rPr lang="en-US"/>
              <a:t>Quit</a:t>
            </a:r>
            <a:endParaRPr lang="en-PH"/>
          </a:p>
          <a:p>
            <a:pPr lvl="2"/>
            <a:r>
              <a:rPr lang="en-US"/>
              <a:t>This will close the game.</a:t>
            </a:r>
            <a:endParaRPr lang="en-PH"/>
          </a:p>
          <a:p>
            <a:endParaRPr lang="en-US"/>
          </a:p>
        </p:txBody>
      </p:sp>
      <p:sp>
        <p:nvSpPr>
          <p:cNvPr id="26" name="Title 6"/>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63DC2DDF-714E-4E3D-89F1-69AA16BC57DC}"/>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3101308555"/>
      </p:ext>
    </p:extLst>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990D4-8B3A-1FD4-4B4F-0C79BDDDCB8A}"/>
            </a:ext>
          </a:extLst>
        </p:cNvPr>
        <p:cNvGrpSpPr/>
        <p:nvPr/>
      </p:nvGrpSpPr>
      <p:grpSpPr>
        <a:xfrm>
          <a:off x="0" y="0"/>
          <a:ext cx="0" cy="0"/>
          <a:chOff x="0" y="0"/>
          <a:chExt cx="0" cy="0"/>
        </a:xfrm>
      </p:grpSpPr>
      <p:sp>
        <p:nvSpPr>
          <p:cNvPr id="26" name="Title 6">
            <a:extLst>
              <a:ext uri="{FF2B5EF4-FFF2-40B4-BE49-F238E27FC236}">
                <a16:creationId xmlns:a16="http://schemas.microsoft.com/office/drawing/2014/main" id="{F932EA10-C6FC-793E-2112-508978F8491C}"/>
              </a:ext>
            </a:extLst>
          </p:cNvPr>
          <p:cNvSpPr>
            <a:spLocks noGrp="1"/>
          </p:cNvSpPr>
          <p:nvPr>
            <p:ph type="title"/>
          </p:nvPr>
        </p:nvSpPr>
        <p:spPr>
          <a:xfrm>
            <a:off x="699267" y="540029"/>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5A88ECF8-D7B9-C209-61FF-0BCD9B123F39}"/>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pic>
        <p:nvPicPr>
          <p:cNvPr id="5" name="Content Placeholder 4">
            <a:extLst>
              <a:ext uri="{FF2B5EF4-FFF2-40B4-BE49-F238E27FC236}">
                <a16:creationId xmlns:a16="http://schemas.microsoft.com/office/drawing/2014/main" id="{48814E1E-CC9B-CAC6-E9F1-8360B42F035D}"/>
              </a:ext>
            </a:extLst>
          </p:cNvPr>
          <p:cNvPicPr>
            <a:picLocks noGrp="1" noChangeAspect="1"/>
          </p:cNvPicPr>
          <p:nvPr>
            <p:ph idx="1"/>
          </p:nvPr>
        </p:nvPicPr>
        <p:blipFill>
          <a:blip r:embed="rId2"/>
          <a:stretch>
            <a:fillRect/>
          </a:stretch>
        </p:blipFill>
        <p:spPr>
          <a:xfrm>
            <a:off x="2248212" y="1076746"/>
            <a:ext cx="7695575" cy="4457700"/>
          </a:xfrm>
          <a:prstGeom prst="rect">
            <a:avLst/>
          </a:prstGeom>
        </p:spPr>
      </p:pic>
      <p:sp>
        <p:nvSpPr>
          <p:cNvPr id="7" name="Footer Placeholder 3">
            <a:extLst>
              <a:ext uri="{FF2B5EF4-FFF2-40B4-BE49-F238E27FC236}">
                <a16:creationId xmlns:a16="http://schemas.microsoft.com/office/drawing/2014/main" id="{A1DBC7CF-F47E-4013-E026-CD7ECE7F16FD}"/>
              </a:ext>
            </a:extLst>
          </p:cNvPr>
          <p:cNvSpPr txBox="1">
            <a:spLocks/>
          </p:cNvSpPr>
          <p:nvPr/>
        </p:nvSpPr>
        <p:spPr>
          <a:xfrm>
            <a:off x="4255267" y="5729218"/>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i="1">
                <a:solidFill>
                  <a:prstClr val="black"/>
                </a:solidFill>
              </a:rPr>
              <a:t>Main Menu</a:t>
            </a:r>
          </a:p>
        </p:txBody>
      </p:sp>
    </p:spTree>
    <p:extLst>
      <p:ext uri="{BB962C8B-B14F-4D97-AF65-F5344CB8AC3E}">
        <p14:creationId xmlns:p14="http://schemas.microsoft.com/office/powerpoint/2010/main" val="2514214459"/>
      </p:ext>
    </p:extLst>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6EB0D-5D3F-C2D8-0E7A-7EC699284618}"/>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115B840-DFE9-6644-1BAE-D08878C4D2BE}"/>
              </a:ext>
            </a:extLst>
          </p:cNvPr>
          <p:cNvSpPr>
            <a:spLocks noGrp="1"/>
          </p:cNvSpPr>
          <p:nvPr>
            <p:ph idx="1"/>
          </p:nvPr>
        </p:nvSpPr>
        <p:spPr/>
        <p:txBody>
          <a:bodyPr/>
          <a:lstStyle/>
          <a:p>
            <a:pPr lvl="0"/>
            <a:r>
              <a:rPr lang="en-US"/>
              <a:t>Settings Panel</a:t>
            </a:r>
            <a:endParaRPr lang="en-PH"/>
          </a:p>
          <a:p>
            <a:pPr lvl="1"/>
            <a:r>
              <a:rPr lang="en-US"/>
              <a:t>Volume Sliders</a:t>
            </a:r>
            <a:endParaRPr lang="en-PH"/>
          </a:p>
          <a:p>
            <a:pPr lvl="2"/>
            <a:r>
              <a:rPr lang="en-US"/>
              <a:t>BGM Volume</a:t>
            </a:r>
            <a:endParaRPr lang="en-PH"/>
          </a:p>
          <a:p>
            <a:pPr lvl="3"/>
            <a:r>
              <a:rPr lang="en-US"/>
              <a:t>Adjusts the volume for the background music of the game.</a:t>
            </a:r>
            <a:endParaRPr lang="en-PH"/>
          </a:p>
          <a:p>
            <a:pPr lvl="2"/>
            <a:r>
              <a:rPr lang="en-US"/>
              <a:t>Effects Volume</a:t>
            </a:r>
            <a:endParaRPr lang="en-PH"/>
          </a:p>
          <a:p>
            <a:pPr lvl="3"/>
            <a:r>
              <a:rPr lang="en-US"/>
              <a:t>Adjust the volume for the sound effects of the game.</a:t>
            </a:r>
            <a:endParaRPr lang="en-PH"/>
          </a:p>
          <a:p>
            <a:endParaRPr lang="en-US"/>
          </a:p>
        </p:txBody>
      </p:sp>
      <p:sp>
        <p:nvSpPr>
          <p:cNvPr id="26" name="Title 6">
            <a:extLst>
              <a:ext uri="{FF2B5EF4-FFF2-40B4-BE49-F238E27FC236}">
                <a16:creationId xmlns:a16="http://schemas.microsoft.com/office/drawing/2014/main" id="{4BF6E5C5-6873-9127-9C47-E6E523B81485}"/>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2ACD652B-9869-2DC5-8A70-07267648933F}"/>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3955044153"/>
      </p:ext>
    </p:extLst>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67551-67AE-2689-1C13-A63F84A0E6BE}"/>
            </a:ext>
          </a:extLst>
        </p:cNvPr>
        <p:cNvGrpSpPr/>
        <p:nvPr/>
      </p:nvGrpSpPr>
      <p:grpSpPr>
        <a:xfrm>
          <a:off x="0" y="0"/>
          <a:ext cx="0" cy="0"/>
          <a:chOff x="0" y="0"/>
          <a:chExt cx="0" cy="0"/>
        </a:xfrm>
      </p:grpSpPr>
      <p:sp>
        <p:nvSpPr>
          <p:cNvPr id="26" name="Title 6">
            <a:extLst>
              <a:ext uri="{FF2B5EF4-FFF2-40B4-BE49-F238E27FC236}">
                <a16:creationId xmlns:a16="http://schemas.microsoft.com/office/drawing/2014/main" id="{A5E65825-6079-E0B3-5390-A65EE1FFF510}"/>
              </a:ext>
            </a:extLst>
          </p:cNvPr>
          <p:cNvSpPr>
            <a:spLocks noGrp="1"/>
          </p:cNvSpPr>
          <p:nvPr>
            <p:ph type="title"/>
          </p:nvPr>
        </p:nvSpPr>
        <p:spPr>
          <a:xfrm>
            <a:off x="699267" y="540029"/>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3F24DA1B-679C-E4E3-35BF-AD1E7333ABF0}"/>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
        <p:nvSpPr>
          <p:cNvPr id="7" name="Footer Placeholder 3">
            <a:extLst>
              <a:ext uri="{FF2B5EF4-FFF2-40B4-BE49-F238E27FC236}">
                <a16:creationId xmlns:a16="http://schemas.microsoft.com/office/drawing/2014/main" id="{79F83084-0A28-9C15-82B1-BE3F73291AE6}"/>
              </a:ext>
            </a:extLst>
          </p:cNvPr>
          <p:cNvSpPr txBox="1">
            <a:spLocks/>
          </p:cNvSpPr>
          <p:nvPr/>
        </p:nvSpPr>
        <p:spPr>
          <a:xfrm>
            <a:off x="4255267" y="5729218"/>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i="1">
                <a:solidFill>
                  <a:prstClr val="black"/>
                </a:solidFill>
              </a:rPr>
              <a:t>Settings Panel</a:t>
            </a:r>
          </a:p>
        </p:txBody>
      </p:sp>
      <p:pic>
        <p:nvPicPr>
          <p:cNvPr id="3" name="Picture 2">
            <a:extLst>
              <a:ext uri="{FF2B5EF4-FFF2-40B4-BE49-F238E27FC236}">
                <a16:creationId xmlns:a16="http://schemas.microsoft.com/office/drawing/2014/main" id="{DF82E0C5-526C-F717-1649-08EAADC9B8FC}"/>
              </a:ext>
            </a:extLst>
          </p:cNvPr>
          <p:cNvPicPr>
            <a:picLocks noChangeAspect="1"/>
          </p:cNvPicPr>
          <p:nvPr/>
        </p:nvPicPr>
        <p:blipFill>
          <a:blip r:embed="rId2"/>
          <a:stretch>
            <a:fillRect/>
          </a:stretch>
        </p:blipFill>
        <p:spPr>
          <a:xfrm>
            <a:off x="2498271" y="1318886"/>
            <a:ext cx="7195457" cy="4317274"/>
          </a:xfrm>
          <a:prstGeom prst="rect">
            <a:avLst/>
          </a:prstGeom>
        </p:spPr>
      </p:pic>
    </p:spTree>
    <p:extLst>
      <p:ext uri="{BB962C8B-B14F-4D97-AF65-F5344CB8AC3E}">
        <p14:creationId xmlns:p14="http://schemas.microsoft.com/office/powerpoint/2010/main" val="3386002121"/>
      </p:ext>
    </p:extLst>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3305F-DDA4-096A-F2E5-8990221CF2A9}"/>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179402DD-0E16-6019-DD49-CF0B1CECB6D8}"/>
              </a:ext>
            </a:extLst>
          </p:cNvPr>
          <p:cNvSpPr>
            <a:spLocks noGrp="1"/>
          </p:cNvSpPr>
          <p:nvPr>
            <p:ph idx="1"/>
          </p:nvPr>
        </p:nvSpPr>
        <p:spPr/>
        <p:txBody>
          <a:bodyPr/>
          <a:lstStyle/>
          <a:p>
            <a:pPr lvl="0"/>
            <a:r>
              <a:rPr lang="en-US"/>
              <a:t>Saves Menu</a:t>
            </a:r>
            <a:endParaRPr lang="en-PH"/>
          </a:p>
          <a:p>
            <a:pPr lvl="1"/>
            <a:r>
              <a:rPr lang="en-US"/>
              <a:t>Save Slots</a:t>
            </a:r>
            <a:endParaRPr lang="en-PH"/>
          </a:p>
          <a:p>
            <a:pPr lvl="2"/>
            <a:r>
              <a:rPr lang="en-US"/>
              <a:t>This allows the user to manage their save states.</a:t>
            </a:r>
            <a:endParaRPr lang="en-PH"/>
          </a:p>
          <a:p>
            <a:pPr lvl="0"/>
            <a:r>
              <a:rPr lang="en-US"/>
              <a:t>Save Slot</a:t>
            </a:r>
            <a:endParaRPr lang="en-PH"/>
          </a:p>
          <a:p>
            <a:pPr lvl="1"/>
            <a:r>
              <a:rPr lang="en-US"/>
              <a:t>Continue</a:t>
            </a:r>
            <a:endParaRPr lang="en-PH"/>
          </a:p>
          <a:p>
            <a:pPr lvl="2"/>
            <a:r>
              <a:rPr lang="en-US"/>
              <a:t>Loads the chosen save file to continue its progress.</a:t>
            </a:r>
            <a:endParaRPr lang="en-PH"/>
          </a:p>
          <a:p>
            <a:pPr lvl="1"/>
            <a:r>
              <a:rPr lang="en-US"/>
              <a:t>Delete</a:t>
            </a:r>
            <a:endParaRPr lang="en-PH"/>
          </a:p>
          <a:p>
            <a:pPr lvl="2"/>
            <a:r>
              <a:rPr lang="en-US"/>
              <a:t>Deletes the chosen save file.</a:t>
            </a:r>
            <a:endParaRPr lang="en-PH"/>
          </a:p>
        </p:txBody>
      </p:sp>
      <p:sp>
        <p:nvSpPr>
          <p:cNvPr id="26" name="Title 6">
            <a:extLst>
              <a:ext uri="{FF2B5EF4-FFF2-40B4-BE49-F238E27FC236}">
                <a16:creationId xmlns:a16="http://schemas.microsoft.com/office/drawing/2014/main" id="{1C1A8B66-AA79-73A0-2CDC-C7431884DAD4}"/>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560F8D1C-0585-0849-A5EB-EC3DFDC7B6BE}"/>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2452889431"/>
      </p:ext>
    </p:extLst>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6FAC7-584C-BDD6-C983-75A743E7ACC4}"/>
            </a:ext>
          </a:extLst>
        </p:cNvPr>
        <p:cNvGrpSpPr/>
        <p:nvPr/>
      </p:nvGrpSpPr>
      <p:grpSpPr>
        <a:xfrm>
          <a:off x="0" y="0"/>
          <a:ext cx="0" cy="0"/>
          <a:chOff x="0" y="0"/>
          <a:chExt cx="0" cy="0"/>
        </a:xfrm>
      </p:grpSpPr>
      <p:sp>
        <p:nvSpPr>
          <p:cNvPr id="26" name="Title 6">
            <a:extLst>
              <a:ext uri="{FF2B5EF4-FFF2-40B4-BE49-F238E27FC236}">
                <a16:creationId xmlns:a16="http://schemas.microsoft.com/office/drawing/2014/main" id="{3DEE9A7E-315F-13B9-3567-AD1A3C40DA34}"/>
              </a:ext>
            </a:extLst>
          </p:cNvPr>
          <p:cNvSpPr>
            <a:spLocks noGrp="1"/>
          </p:cNvSpPr>
          <p:nvPr>
            <p:ph type="title"/>
          </p:nvPr>
        </p:nvSpPr>
        <p:spPr>
          <a:xfrm>
            <a:off x="699267" y="540029"/>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5C155550-1A4D-106D-62D0-AD956AAEFA57}"/>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
        <p:nvSpPr>
          <p:cNvPr id="7" name="Footer Placeholder 3">
            <a:extLst>
              <a:ext uri="{FF2B5EF4-FFF2-40B4-BE49-F238E27FC236}">
                <a16:creationId xmlns:a16="http://schemas.microsoft.com/office/drawing/2014/main" id="{4AEB1799-80EE-272F-5123-3871FEE8A835}"/>
              </a:ext>
            </a:extLst>
          </p:cNvPr>
          <p:cNvSpPr txBox="1">
            <a:spLocks/>
          </p:cNvSpPr>
          <p:nvPr/>
        </p:nvSpPr>
        <p:spPr>
          <a:xfrm>
            <a:off x="4255267" y="5729218"/>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i="1">
                <a:solidFill>
                  <a:prstClr val="black"/>
                </a:solidFill>
              </a:rPr>
              <a:t>Saves Menu</a:t>
            </a:r>
          </a:p>
        </p:txBody>
      </p:sp>
      <p:pic>
        <p:nvPicPr>
          <p:cNvPr id="4" name="Picture 3">
            <a:extLst>
              <a:ext uri="{FF2B5EF4-FFF2-40B4-BE49-F238E27FC236}">
                <a16:creationId xmlns:a16="http://schemas.microsoft.com/office/drawing/2014/main" id="{C9BD237A-FC61-DEB2-DE76-AD7A1FEF3C97}"/>
              </a:ext>
            </a:extLst>
          </p:cNvPr>
          <p:cNvPicPr>
            <a:picLocks noChangeAspect="1"/>
          </p:cNvPicPr>
          <p:nvPr/>
        </p:nvPicPr>
        <p:blipFill>
          <a:blip r:embed="rId2"/>
          <a:stretch>
            <a:fillRect/>
          </a:stretch>
        </p:blipFill>
        <p:spPr>
          <a:xfrm>
            <a:off x="2501702" y="1275534"/>
            <a:ext cx="7188596" cy="4328616"/>
          </a:xfrm>
          <a:prstGeom prst="rect">
            <a:avLst/>
          </a:prstGeom>
        </p:spPr>
      </p:pic>
    </p:spTree>
    <p:extLst>
      <p:ext uri="{BB962C8B-B14F-4D97-AF65-F5344CB8AC3E}">
        <p14:creationId xmlns:p14="http://schemas.microsoft.com/office/powerpoint/2010/main" val="1444284103"/>
      </p:ext>
    </p:extLst>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9A547-C01D-0236-2A32-28588B7EDA12}"/>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4DD3B89-352A-3493-9400-3F7543396765}"/>
              </a:ext>
            </a:extLst>
          </p:cNvPr>
          <p:cNvSpPr>
            <a:spLocks noGrp="1"/>
          </p:cNvSpPr>
          <p:nvPr>
            <p:ph idx="1"/>
          </p:nvPr>
        </p:nvSpPr>
        <p:spPr/>
        <p:txBody>
          <a:bodyPr>
            <a:normAutofit/>
          </a:bodyPr>
          <a:lstStyle/>
          <a:p>
            <a:pPr lvl="0"/>
            <a:r>
              <a:rPr lang="en-US" sz="2400"/>
              <a:t>Game Mechanics</a:t>
            </a:r>
            <a:endParaRPr lang="en-PH" sz="2400"/>
          </a:p>
          <a:p>
            <a:pPr lvl="1"/>
            <a:r>
              <a:rPr lang="en-US" sz="2000"/>
              <a:t>Missions</a:t>
            </a:r>
            <a:endParaRPr lang="en-PH" sz="2000"/>
          </a:p>
          <a:p>
            <a:pPr lvl="2"/>
            <a:r>
              <a:rPr lang="en-US" sz="2000"/>
              <a:t>A list of objectives will be shown to help track the user’s progress.</a:t>
            </a:r>
            <a:endParaRPr lang="en-PH" sz="2000"/>
          </a:p>
          <a:p>
            <a:pPr lvl="1"/>
            <a:r>
              <a:rPr lang="en-US" sz="2000"/>
              <a:t>Crafting</a:t>
            </a:r>
            <a:endParaRPr lang="en-PH" sz="2000"/>
          </a:p>
          <a:p>
            <a:pPr lvl="2"/>
            <a:r>
              <a:rPr lang="en-US" sz="2000"/>
              <a:t>The user will be crafting various items that improve their current state or progress the missions provided.</a:t>
            </a:r>
            <a:endParaRPr lang="en-PH" sz="2000"/>
          </a:p>
          <a:p>
            <a:pPr lvl="1"/>
            <a:r>
              <a:rPr lang="en-US" sz="2000"/>
              <a:t>Challenge Areas</a:t>
            </a:r>
            <a:endParaRPr lang="en-PH" sz="2000"/>
          </a:p>
          <a:p>
            <a:pPr lvl="2"/>
            <a:r>
              <a:rPr lang="en-US" sz="2000"/>
              <a:t>Unlockable areas that serve to give major progress for the user, challenging their skills in Lua or Python programming to unlock more mechanics.</a:t>
            </a:r>
            <a:endParaRPr lang="en-PH" sz="2000"/>
          </a:p>
          <a:p>
            <a:pPr lvl="1"/>
            <a:r>
              <a:rPr lang="en-US" sz="2000" err="1"/>
              <a:t>Automatica</a:t>
            </a:r>
            <a:endParaRPr lang="en-PH" sz="2000"/>
          </a:p>
          <a:p>
            <a:pPr lvl="2"/>
            <a:r>
              <a:rPr lang="en-US" sz="2000"/>
              <a:t>Robot-like </a:t>
            </a:r>
            <a:r>
              <a:rPr lang="en-US" sz="2000" err="1"/>
              <a:t>craftables</a:t>
            </a:r>
            <a:r>
              <a:rPr lang="en-US" sz="2000"/>
              <a:t> that allow the user to automate certain processes by programming it through Lua, unlockable through the Lua-focused challenge areas.</a:t>
            </a:r>
            <a:endParaRPr lang="en-PH" sz="2000"/>
          </a:p>
        </p:txBody>
      </p:sp>
      <p:sp>
        <p:nvSpPr>
          <p:cNvPr id="26" name="Title 6">
            <a:extLst>
              <a:ext uri="{FF2B5EF4-FFF2-40B4-BE49-F238E27FC236}">
                <a16:creationId xmlns:a16="http://schemas.microsoft.com/office/drawing/2014/main" id="{993C2678-0F86-C95D-9079-238674B8160B}"/>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B8EC1D82-C81A-BEF7-1B6F-53C31B25AE12}"/>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3916689961"/>
      </p:ext>
    </p:extLst>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BAEDA-AD93-723B-8635-A51962B157EA}"/>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1F13319-2348-387F-DA14-066CE307BDDF}"/>
              </a:ext>
            </a:extLst>
          </p:cNvPr>
          <p:cNvSpPr>
            <a:spLocks noGrp="1"/>
          </p:cNvSpPr>
          <p:nvPr>
            <p:ph idx="1"/>
          </p:nvPr>
        </p:nvSpPr>
        <p:spPr/>
        <p:txBody>
          <a:bodyPr>
            <a:normAutofit/>
          </a:bodyPr>
          <a:lstStyle/>
          <a:p>
            <a:pPr lvl="1"/>
            <a:r>
              <a:rPr lang="en-US" sz="2000" err="1"/>
              <a:t>Algorithmica</a:t>
            </a:r>
            <a:endParaRPr lang="en-PH" sz="2000"/>
          </a:p>
          <a:p>
            <a:pPr lvl="2"/>
            <a:r>
              <a:rPr lang="en-US" sz="2000"/>
              <a:t>Allows the user to imbue regular items with automation by programming it through Python, unlockable through the Python-focused challenge areas.</a:t>
            </a:r>
            <a:endParaRPr lang="en-PH" sz="2000"/>
          </a:p>
          <a:p>
            <a:pPr lvl="1"/>
            <a:r>
              <a:rPr lang="en-US" sz="2000"/>
              <a:t>LUA (Live Unit Application)</a:t>
            </a:r>
            <a:endParaRPr lang="en-PH" sz="2000"/>
          </a:p>
          <a:p>
            <a:pPr lvl="2"/>
            <a:r>
              <a:rPr lang="en-US" sz="2000"/>
              <a:t>An advanced </a:t>
            </a:r>
            <a:r>
              <a:rPr lang="en-US" sz="2000" err="1"/>
              <a:t>Automatica</a:t>
            </a:r>
            <a:r>
              <a:rPr lang="en-US" sz="2000"/>
              <a:t> non-player character that introduces the user in the first few areas helps out the user during the Lua-focused challenge areas.</a:t>
            </a:r>
            <a:endParaRPr lang="en-PH" sz="2000"/>
          </a:p>
          <a:p>
            <a:pPr lvl="1"/>
            <a:r>
              <a:rPr lang="en-US" sz="2000"/>
              <a:t>Py-</a:t>
            </a:r>
            <a:r>
              <a:rPr lang="en-US" sz="2000" err="1"/>
              <a:t>san</a:t>
            </a:r>
            <a:endParaRPr lang="en-PH" sz="2000"/>
          </a:p>
          <a:p>
            <a:pPr lvl="2"/>
            <a:r>
              <a:rPr lang="en-US" sz="2000"/>
              <a:t>An advanced </a:t>
            </a:r>
            <a:r>
              <a:rPr lang="en-US" sz="2000" err="1"/>
              <a:t>Algorithmica</a:t>
            </a:r>
            <a:r>
              <a:rPr lang="en-US" sz="2000"/>
              <a:t> non-player character that introduces the user in the first few areas helps out the user during the Python-focused challenge areas.</a:t>
            </a:r>
            <a:endParaRPr lang="en-PH" sz="2000"/>
          </a:p>
          <a:p>
            <a:pPr lvl="1"/>
            <a:r>
              <a:rPr lang="en-US" sz="2000"/>
              <a:t>Autosave</a:t>
            </a:r>
            <a:endParaRPr lang="en-PH" sz="2000"/>
          </a:p>
          <a:p>
            <a:pPr lvl="2"/>
            <a:r>
              <a:rPr lang="en-US" sz="2000"/>
              <a:t>The game will automatically save the player’s progress during important parts of the game, as well as when the player quits.</a:t>
            </a:r>
            <a:endParaRPr lang="en-PH" sz="2000"/>
          </a:p>
        </p:txBody>
      </p:sp>
      <p:sp>
        <p:nvSpPr>
          <p:cNvPr id="26" name="Title 6">
            <a:extLst>
              <a:ext uri="{FF2B5EF4-FFF2-40B4-BE49-F238E27FC236}">
                <a16:creationId xmlns:a16="http://schemas.microsoft.com/office/drawing/2014/main" id="{4348B1C3-1853-B083-B248-67529869955E}"/>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83915B38-20A7-8022-875C-7CBF24C52494}"/>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3251751062"/>
      </p:ext>
    </p:extLst>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06EDF-DF2C-FA42-51EC-8C94F7E84158}"/>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118B286-6023-57D4-52B5-066BC2664D78}"/>
              </a:ext>
            </a:extLst>
          </p:cNvPr>
          <p:cNvSpPr>
            <a:spLocks noGrp="1"/>
          </p:cNvSpPr>
          <p:nvPr>
            <p:ph idx="1"/>
          </p:nvPr>
        </p:nvSpPr>
        <p:spPr/>
        <p:txBody>
          <a:bodyPr>
            <a:normAutofit/>
          </a:bodyPr>
          <a:lstStyle/>
          <a:p>
            <a:pPr lvl="0"/>
            <a:r>
              <a:rPr lang="en-US" sz="2400"/>
              <a:t>Desktop Application</a:t>
            </a:r>
            <a:endParaRPr lang="en-PH" sz="2400"/>
          </a:p>
          <a:p>
            <a:pPr lvl="1"/>
            <a:r>
              <a:rPr lang="en-US" sz="2000"/>
              <a:t>HUD (Heads-Up Display)</a:t>
            </a:r>
            <a:endParaRPr lang="en-PH" sz="2000"/>
          </a:p>
          <a:p>
            <a:pPr lvl="2"/>
            <a:r>
              <a:rPr lang="en-US" sz="2000"/>
              <a:t>Pause</a:t>
            </a:r>
            <a:endParaRPr lang="en-PH" sz="2000"/>
          </a:p>
          <a:p>
            <a:pPr lvl="3"/>
            <a:r>
              <a:rPr lang="en-US" sz="2000"/>
              <a:t>Allows the user to temporarily pause the game, showing the Pause Menu Panel.</a:t>
            </a:r>
            <a:endParaRPr lang="en-PH" sz="2000"/>
          </a:p>
          <a:p>
            <a:pPr lvl="2"/>
            <a:r>
              <a:rPr lang="en-US" sz="2000"/>
              <a:t>Pause Menu Panel</a:t>
            </a:r>
            <a:endParaRPr lang="en-PH" sz="2000"/>
          </a:p>
          <a:p>
            <a:pPr lvl="3"/>
            <a:r>
              <a:rPr lang="en-US" sz="2000"/>
              <a:t>Resume</a:t>
            </a:r>
            <a:endParaRPr lang="en-PH" sz="2000"/>
          </a:p>
          <a:p>
            <a:pPr lvl="4"/>
            <a:r>
              <a:rPr lang="en-US" sz="2000"/>
              <a:t>Resumes the current game.</a:t>
            </a:r>
            <a:endParaRPr lang="en-PH" sz="2000"/>
          </a:p>
          <a:p>
            <a:pPr lvl="3"/>
            <a:r>
              <a:rPr lang="en-US" sz="2000"/>
              <a:t>Settings</a:t>
            </a:r>
            <a:endParaRPr lang="en-PH" sz="2000"/>
          </a:p>
          <a:p>
            <a:pPr lvl="4"/>
            <a:r>
              <a:rPr lang="en-US" sz="2000"/>
              <a:t>Shows the settings panel.</a:t>
            </a:r>
            <a:endParaRPr lang="en-PH" sz="2000"/>
          </a:p>
          <a:p>
            <a:pPr lvl="3"/>
            <a:r>
              <a:rPr lang="en-US" sz="2000"/>
              <a:t>Quit</a:t>
            </a:r>
            <a:endParaRPr lang="en-PH" sz="2000"/>
          </a:p>
          <a:p>
            <a:pPr lvl="4"/>
            <a:r>
              <a:rPr lang="en-US" sz="2000"/>
              <a:t>Saves the game and directs the user to the Start Page.</a:t>
            </a:r>
            <a:endParaRPr lang="en-PH" sz="2000"/>
          </a:p>
        </p:txBody>
      </p:sp>
      <p:sp>
        <p:nvSpPr>
          <p:cNvPr id="26" name="Title 6">
            <a:extLst>
              <a:ext uri="{FF2B5EF4-FFF2-40B4-BE49-F238E27FC236}">
                <a16:creationId xmlns:a16="http://schemas.microsoft.com/office/drawing/2014/main" id="{37B23BCC-381B-A85C-6A29-B163D7CB61B3}"/>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E3634117-554F-BD33-BB35-DFA8E63842D8}"/>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804311405"/>
      </p:ext>
    </p:extLst>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F5EF6-3E47-83CE-B8A7-184FD6215681}"/>
            </a:ext>
          </a:extLst>
        </p:cNvPr>
        <p:cNvGrpSpPr/>
        <p:nvPr/>
      </p:nvGrpSpPr>
      <p:grpSpPr>
        <a:xfrm>
          <a:off x="0" y="0"/>
          <a:ext cx="0" cy="0"/>
          <a:chOff x="0" y="0"/>
          <a:chExt cx="0" cy="0"/>
        </a:xfrm>
      </p:grpSpPr>
      <p:sp>
        <p:nvSpPr>
          <p:cNvPr id="26" name="Title 6">
            <a:extLst>
              <a:ext uri="{FF2B5EF4-FFF2-40B4-BE49-F238E27FC236}">
                <a16:creationId xmlns:a16="http://schemas.microsoft.com/office/drawing/2014/main" id="{92CACA3A-FA19-D3CC-45B1-0876CE2BC572}"/>
              </a:ext>
            </a:extLst>
          </p:cNvPr>
          <p:cNvSpPr>
            <a:spLocks noGrp="1"/>
          </p:cNvSpPr>
          <p:nvPr>
            <p:ph type="title"/>
          </p:nvPr>
        </p:nvSpPr>
        <p:spPr>
          <a:xfrm>
            <a:off x="699267" y="540029"/>
            <a:ext cx="10972800" cy="685800"/>
          </a:xfrm>
        </p:spPr>
        <p:txBody>
          <a:bodyPr>
            <a:normAutofit fontScale="90000"/>
          </a:bodyPr>
          <a:lstStyle/>
          <a:p>
            <a:r>
              <a:rPr lang="en-PH"/>
              <a:t>Scope and Limitations of the Study</a:t>
            </a:r>
            <a:br>
              <a:rPr lang="en-US"/>
            </a:br>
            <a:endParaRPr lang="en-PH">
              <a:ea typeface="Calibri"/>
              <a:cs typeface="Calibri"/>
            </a:endParaRPr>
          </a:p>
        </p:txBody>
      </p:sp>
      <p:sp>
        <p:nvSpPr>
          <p:cNvPr id="22" name="Footer Placeholder 3">
            <a:extLst>
              <a:ext uri="{FF2B5EF4-FFF2-40B4-BE49-F238E27FC236}">
                <a16:creationId xmlns:a16="http://schemas.microsoft.com/office/drawing/2014/main" id="{FCFE1C14-18EC-8EE6-57EB-A3DD10DE67EA}"/>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
        <p:nvSpPr>
          <p:cNvPr id="7" name="Footer Placeholder 3">
            <a:extLst>
              <a:ext uri="{FF2B5EF4-FFF2-40B4-BE49-F238E27FC236}">
                <a16:creationId xmlns:a16="http://schemas.microsoft.com/office/drawing/2014/main" id="{3BC93F3D-0BCA-B546-3D50-D2863F6143C8}"/>
              </a:ext>
            </a:extLst>
          </p:cNvPr>
          <p:cNvSpPr txBox="1">
            <a:spLocks/>
          </p:cNvSpPr>
          <p:nvPr/>
        </p:nvSpPr>
        <p:spPr>
          <a:xfrm>
            <a:off x="4255267" y="5729218"/>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i="1">
                <a:solidFill>
                  <a:prstClr val="black"/>
                </a:solidFill>
                <a:ea typeface="Calibri"/>
                <a:cs typeface="Calibri"/>
              </a:rPr>
              <a:t>Pause Menu Panel</a:t>
            </a:r>
          </a:p>
        </p:txBody>
      </p:sp>
      <p:pic>
        <p:nvPicPr>
          <p:cNvPr id="3" name="Picture 2" descr="A screenshot of a video game&#10;&#10;AI-generated content may be incorrect.">
            <a:extLst>
              <a:ext uri="{FF2B5EF4-FFF2-40B4-BE49-F238E27FC236}">
                <a16:creationId xmlns:a16="http://schemas.microsoft.com/office/drawing/2014/main" id="{621DBDA8-E32E-D7FD-9207-BDB218ECC040}"/>
              </a:ext>
            </a:extLst>
          </p:cNvPr>
          <p:cNvPicPr>
            <a:picLocks noChangeAspect="1"/>
          </p:cNvPicPr>
          <p:nvPr/>
        </p:nvPicPr>
        <p:blipFill>
          <a:blip r:embed="rId2"/>
          <a:stretch>
            <a:fillRect/>
          </a:stretch>
        </p:blipFill>
        <p:spPr>
          <a:xfrm>
            <a:off x="2443407" y="1264871"/>
            <a:ext cx="7294714" cy="4318489"/>
          </a:xfrm>
          <a:prstGeom prst="rect">
            <a:avLst/>
          </a:prstGeom>
        </p:spPr>
      </p:pic>
    </p:spTree>
    <p:extLst>
      <p:ext uri="{BB962C8B-B14F-4D97-AF65-F5344CB8AC3E}">
        <p14:creationId xmlns:p14="http://schemas.microsoft.com/office/powerpoint/2010/main" val="2551134430"/>
      </p:ext>
    </p:extLst>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41A19-A809-327D-9C53-909694624572}"/>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C8BC604-6FA0-4663-C575-2EE4EB960C50}"/>
              </a:ext>
            </a:extLst>
          </p:cNvPr>
          <p:cNvSpPr>
            <a:spLocks noGrp="1"/>
          </p:cNvSpPr>
          <p:nvPr>
            <p:ph idx="1"/>
          </p:nvPr>
        </p:nvSpPr>
        <p:spPr/>
        <p:txBody>
          <a:bodyPr>
            <a:normAutofit/>
          </a:bodyPr>
          <a:lstStyle/>
          <a:p>
            <a:pPr lvl="2"/>
            <a:r>
              <a:rPr lang="en-US" sz="2000"/>
              <a:t>Missions Panel</a:t>
            </a:r>
            <a:endParaRPr lang="en-PH" sz="2000"/>
          </a:p>
          <a:p>
            <a:pPr lvl="3"/>
            <a:r>
              <a:rPr lang="en-US" sz="2000"/>
              <a:t>Shows the user the current missions they can do to progress.</a:t>
            </a:r>
          </a:p>
          <a:p>
            <a:pPr lvl="2"/>
            <a:r>
              <a:rPr lang="en-US" sz="2000"/>
              <a:t>Health Bar</a:t>
            </a:r>
            <a:endParaRPr lang="en-PH" sz="2000"/>
          </a:p>
          <a:p>
            <a:pPr lvl="3"/>
            <a:r>
              <a:rPr lang="en-US" sz="2000"/>
              <a:t>Shows the user their current health.</a:t>
            </a:r>
            <a:endParaRPr lang="en-PH" sz="2000"/>
          </a:p>
          <a:p>
            <a:pPr lvl="2"/>
            <a:r>
              <a:rPr lang="en-US" sz="2000" err="1"/>
              <a:t>Hotbar</a:t>
            </a:r>
            <a:endParaRPr lang="en-PH" sz="2000"/>
          </a:p>
          <a:p>
            <a:pPr lvl="3"/>
            <a:r>
              <a:rPr lang="en-US" sz="2000"/>
              <a:t>Shows the user their current held items.</a:t>
            </a:r>
            <a:endParaRPr lang="en-PH" sz="2000"/>
          </a:p>
          <a:p>
            <a:pPr lvl="2"/>
            <a:r>
              <a:rPr lang="en-US" sz="2000"/>
              <a:t>Inventory</a:t>
            </a:r>
            <a:endParaRPr lang="en-PH" sz="2000"/>
          </a:p>
          <a:p>
            <a:pPr lvl="3"/>
            <a:r>
              <a:rPr lang="en-US" sz="2000"/>
              <a:t>Shows the user their extra space and a smaller crafting area.</a:t>
            </a:r>
            <a:endParaRPr lang="en-PH" sz="2000"/>
          </a:p>
          <a:p>
            <a:pPr lvl="2"/>
            <a:r>
              <a:rPr lang="en-US" sz="2000"/>
              <a:t>Code Editor Panel</a:t>
            </a:r>
            <a:endParaRPr lang="en-PH" sz="2000"/>
          </a:p>
          <a:p>
            <a:pPr lvl="3"/>
            <a:r>
              <a:rPr lang="en-US" sz="2000"/>
              <a:t>A panel that prompts the user to code in Lua or Python to either progress in a challenge area or customize their </a:t>
            </a:r>
            <a:r>
              <a:rPr lang="en-US" sz="2000" err="1"/>
              <a:t>Automatica</a:t>
            </a:r>
            <a:r>
              <a:rPr lang="en-US" sz="2000"/>
              <a:t> and </a:t>
            </a:r>
            <a:r>
              <a:rPr lang="en-US" sz="2000" err="1"/>
              <a:t>Algorithmica</a:t>
            </a:r>
            <a:r>
              <a:rPr lang="en-US" sz="2000"/>
              <a:t>.</a:t>
            </a:r>
            <a:endParaRPr lang="en-PH" sz="2400" b="1"/>
          </a:p>
          <a:p>
            <a:pPr lvl="2"/>
            <a:r>
              <a:rPr lang="en-US" sz="2000"/>
              <a:t>Crafting Panel</a:t>
            </a:r>
            <a:endParaRPr lang="en-PH" sz="2000"/>
          </a:p>
          <a:p>
            <a:pPr lvl="3"/>
            <a:r>
              <a:rPr lang="en-US" sz="2000"/>
              <a:t>A panel for more advanced crafting, unlockable when the user crafts the crafting bench.</a:t>
            </a:r>
            <a:endParaRPr lang="en-PH" sz="2000"/>
          </a:p>
        </p:txBody>
      </p:sp>
      <p:sp>
        <p:nvSpPr>
          <p:cNvPr id="26" name="Title 6">
            <a:extLst>
              <a:ext uri="{FF2B5EF4-FFF2-40B4-BE49-F238E27FC236}">
                <a16:creationId xmlns:a16="http://schemas.microsoft.com/office/drawing/2014/main" id="{6011F8B8-29ED-AD68-8D31-9D051B902F84}"/>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A286C7B2-9F89-4719-D507-87EB2EDEF66D}"/>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1322219963"/>
      </p:ext>
    </p:extLst>
  </p:cSld>
  <p:clrMapOvr>
    <a:masterClrMapping/>
  </p:clrMapOvr>
  <p:transition>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3487C-3BBA-0E72-0159-1BA480838AC2}"/>
            </a:ext>
          </a:extLst>
        </p:cNvPr>
        <p:cNvGrpSpPr/>
        <p:nvPr/>
      </p:nvGrpSpPr>
      <p:grpSpPr>
        <a:xfrm>
          <a:off x="0" y="0"/>
          <a:ext cx="0" cy="0"/>
          <a:chOff x="0" y="0"/>
          <a:chExt cx="0" cy="0"/>
        </a:xfrm>
      </p:grpSpPr>
      <p:sp>
        <p:nvSpPr>
          <p:cNvPr id="26" name="Title 6">
            <a:extLst>
              <a:ext uri="{FF2B5EF4-FFF2-40B4-BE49-F238E27FC236}">
                <a16:creationId xmlns:a16="http://schemas.microsoft.com/office/drawing/2014/main" id="{872BAFE1-AE71-8DF3-A3C6-AB07F657D84F}"/>
              </a:ext>
            </a:extLst>
          </p:cNvPr>
          <p:cNvSpPr>
            <a:spLocks noGrp="1"/>
          </p:cNvSpPr>
          <p:nvPr>
            <p:ph type="title"/>
          </p:nvPr>
        </p:nvSpPr>
        <p:spPr>
          <a:xfrm>
            <a:off x="699267" y="540029"/>
            <a:ext cx="10972800" cy="685800"/>
          </a:xfrm>
        </p:spPr>
        <p:txBody>
          <a:bodyPr>
            <a:normAutofit fontScale="90000"/>
          </a:bodyPr>
          <a:lstStyle/>
          <a:p>
            <a:r>
              <a:rPr lang="en-PH"/>
              <a:t>Scope and Limitations of the Study</a:t>
            </a:r>
            <a:br>
              <a:rPr lang="en-US"/>
            </a:br>
            <a:endParaRPr lang="en-PH">
              <a:ea typeface="Calibri"/>
              <a:cs typeface="Calibri"/>
            </a:endParaRPr>
          </a:p>
        </p:txBody>
      </p:sp>
      <p:sp>
        <p:nvSpPr>
          <p:cNvPr id="22" name="Footer Placeholder 3">
            <a:extLst>
              <a:ext uri="{FF2B5EF4-FFF2-40B4-BE49-F238E27FC236}">
                <a16:creationId xmlns:a16="http://schemas.microsoft.com/office/drawing/2014/main" id="{1C957CDF-72E6-934D-FFAC-9D854C6ABA36}"/>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
        <p:nvSpPr>
          <p:cNvPr id="7" name="Footer Placeholder 3">
            <a:extLst>
              <a:ext uri="{FF2B5EF4-FFF2-40B4-BE49-F238E27FC236}">
                <a16:creationId xmlns:a16="http://schemas.microsoft.com/office/drawing/2014/main" id="{E0C6C48C-D61F-B4D0-0A9A-7F43B9DF755D}"/>
              </a:ext>
            </a:extLst>
          </p:cNvPr>
          <p:cNvSpPr txBox="1">
            <a:spLocks/>
          </p:cNvSpPr>
          <p:nvPr/>
        </p:nvSpPr>
        <p:spPr>
          <a:xfrm>
            <a:off x="4255267" y="5729218"/>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i="1">
                <a:solidFill>
                  <a:prstClr val="black"/>
                </a:solidFill>
                <a:ea typeface="Calibri"/>
                <a:cs typeface="Calibri"/>
              </a:rPr>
              <a:t>Desktop HUD</a:t>
            </a:r>
          </a:p>
        </p:txBody>
      </p:sp>
      <p:pic>
        <p:nvPicPr>
          <p:cNvPr id="2" name="Picture 1" descr="A screenshot of a video game&#10;&#10;AI-generated content may be incorrect.">
            <a:extLst>
              <a:ext uri="{FF2B5EF4-FFF2-40B4-BE49-F238E27FC236}">
                <a16:creationId xmlns:a16="http://schemas.microsoft.com/office/drawing/2014/main" id="{AB8B425A-B35D-94DF-A4F9-62C06E8AC2E3}"/>
              </a:ext>
            </a:extLst>
          </p:cNvPr>
          <p:cNvPicPr>
            <a:picLocks noChangeAspect="1"/>
          </p:cNvPicPr>
          <p:nvPr/>
        </p:nvPicPr>
        <p:blipFill>
          <a:blip r:embed="rId2"/>
          <a:stretch>
            <a:fillRect/>
          </a:stretch>
        </p:blipFill>
        <p:spPr>
          <a:xfrm>
            <a:off x="2216150" y="1304192"/>
            <a:ext cx="7931951" cy="4251335"/>
          </a:xfrm>
          <a:prstGeom prst="rect">
            <a:avLst/>
          </a:prstGeom>
        </p:spPr>
      </p:pic>
    </p:spTree>
    <p:extLst>
      <p:ext uri="{BB962C8B-B14F-4D97-AF65-F5344CB8AC3E}">
        <p14:creationId xmlns:p14="http://schemas.microsoft.com/office/powerpoint/2010/main" val="2236086129"/>
      </p:ext>
    </p:extLst>
  </p:cSld>
  <p:clrMapOvr>
    <a:masterClrMapping/>
  </p:clrMapOvr>
  <p:transition>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F7C18-33BE-C833-979C-EAC2C5BCF7C3}"/>
            </a:ext>
          </a:extLst>
        </p:cNvPr>
        <p:cNvGrpSpPr/>
        <p:nvPr/>
      </p:nvGrpSpPr>
      <p:grpSpPr>
        <a:xfrm>
          <a:off x="0" y="0"/>
          <a:ext cx="0" cy="0"/>
          <a:chOff x="0" y="0"/>
          <a:chExt cx="0" cy="0"/>
        </a:xfrm>
      </p:grpSpPr>
      <p:sp>
        <p:nvSpPr>
          <p:cNvPr id="26" name="Title 6">
            <a:extLst>
              <a:ext uri="{FF2B5EF4-FFF2-40B4-BE49-F238E27FC236}">
                <a16:creationId xmlns:a16="http://schemas.microsoft.com/office/drawing/2014/main" id="{2C4C8B01-B25D-2AF6-4D6F-515A6FE7CD0A}"/>
              </a:ext>
            </a:extLst>
          </p:cNvPr>
          <p:cNvSpPr>
            <a:spLocks noGrp="1"/>
          </p:cNvSpPr>
          <p:nvPr>
            <p:ph type="title"/>
          </p:nvPr>
        </p:nvSpPr>
        <p:spPr>
          <a:xfrm>
            <a:off x="699267" y="540029"/>
            <a:ext cx="10972800" cy="685800"/>
          </a:xfrm>
        </p:spPr>
        <p:txBody>
          <a:bodyPr>
            <a:normAutofit fontScale="90000"/>
          </a:bodyPr>
          <a:lstStyle/>
          <a:p>
            <a:r>
              <a:rPr lang="en-PH"/>
              <a:t>Scope and Limitations of the Study</a:t>
            </a:r>
            <a:br>
              <a:rPr lang="en-US"/>
            </a:br>
            <a:endParaRPr lang="en-PH">
              <a:ea typeface="Calibri"/>
              <a:cs typeface="Calibri"/>
            </a:endParaRPr>
          </a:p>
        </p:txBody>
      </p:sp>
      <p:sp>
        <p:nvSpPr>
          <p:cNvPr id="22" name="Footer Placeholder 3">
            <a:extLst>
              <a:ext uri="{FF2B5EF4-FFF2-40B4-BE49-F238E27FC236}">
                <a16:creationId xmlns:a16="http://schemas.microsoft.com/office/drawing/2014/main" id="{F5712CD3-5CE2-E5D1-5EF3-37C6BB1DEAD1}"/>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
        <p:nvSpPr>
          <p:cNvPr id="7" name="Footer Placeholder 3">
            <a:extLst>
              <a:ext uri="{FF2B5EF4-FFF2-40B4-BE49-F238E27FC236}">
                <a16:creationId xmlns:a16="http://schemas.microsoft.com/office/drawing/2014/main" id="{44379ADC-B775-5C00-3DD9-2167DAC32174}"/>
              </a:ext>
            </a:extLst>
          </p:cNvPr>
          <p:cNvSpPr txBox="1">
            <a:spLocks/>
          </p:cNvSpPr>
          <p:nvPr/>
        </p:nvSpPr>
        <p:spPr>
          <a:xfrm>
            <a:off x="4255267" y="5729218"/>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i="1">
                <a:solidFill>
                  <a:prstClr val="black"/>
                </a:solidFill>
              </a:rPr>
              <a:t>Missions Panel</a:t>
            </a:r>
            <a:endParaRPr lang="en-US" i="1">
              <a:solidFill>
                <a:prstClr val="black"/>
              </a:solidFill>
              <a:ea typeface="Calibri"/>
              <a:cs typeface="Calibri"/>
            </a:endParaRPr>
          </a:p>
        </p:txBody>
      </p:sp>
      <p:pic>
        <p:nvPicPr>
          <p:cNvPr id="6" name="Picture 5" descr="A video game screen with a beach and water&#10;&#10;AI-generated content may be incorrect.">
            <a:extLst>
              <a:ext uri="{FF2B5EF4-FFF2-40B4-BE49-F238E27FC236}">
                <a16:creationId xmlns:a16="http://schemas.microsoft.com/office/drawing/2014/main" id="{265E7255-7F49-B18E-2578-EE3B13D37E81}"/>
              </a:ext>
            </a:extLst>
          </p:cNvPr>
          <p:cNvPicPr>
            <a:picLocks noChangeAspect="1"/>
          </p:cNvPicPr>
          <p:nvPr/>
        </p:nvPicPr>
        <p:blipFill>
          <a:blip r:embed="rId2"/>
          <a:stretch>
            <a:fillRect/>
          </a:stretch>
        </p:blipFill>
        <p:spPr>
          <a:xfrm>
            <a:off x="2528033" y="1272076"/>
            <a:ext cx="7199709" cy="4256638"/>
          </a:xfrm>
          <a:prstGeom prst="rect">
            <a:avLst/>
          </a:prstGeom>
        </p:spPr>
      </p:pic>
    </p:spTree>
    <p:extLst>
      <p:ext uri="{BB962C8B-B14F-4D97-AF65-F5344CB8AC3E}">
        <p14:creationId xmlns:p14="http://schemas.microsoft.com/office/powerpoint/2010/main" val="3845914370"/>
      </p:ext>
    </p:extLst>
  </p:cSld>
  <p:clrMapOvr>
    <a:masterClrMapping/>
  </p:clrMapOvr>
  <p:transition>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D6DA2-0BFC-874E-358F-DAAD125E46D4}"/>
            </a:ext>
          </a:extLst>
        </p:cNvPr>
        <p:cNvGrpSpPr/>
        <p:nvPr/>
      </p:nvGrpSpPr>
      <p:grpSpPr>
        <a:xfrm>
          <a:off x="0" y="0"/>
          <a:ext cx="0" cy="0"/>
          <a:chOff x="0" y="0"/>
          <a:chExt cx="0" cy="0"/>
        </a:xfrm>
      </p:grpSpPr>
      <p:sp>
        <p:nvSpPr>
          <p:cNvPr id="26" name="Title 6">
            <a:extLst>
              <a:ext uri="{FF2B5EF4-FFF2-40B4-BE49-F238E27FC236}">
                <a16:creationId xmlns:a16="http://schemas.microsoft.com/office/drawing/2014/main" id="{785084D7-795B-6F81-BE80-35A9E16F0A2F}"/>
              </a:ext>
            </a:extLst>
          </p:cNvPr>
          <p:cNvSpPr>
            <a:spLocks noGrp="1"/>
          </p:cNvSpPr>
          <p:nvPr>
            <p:ph type="title"/>
          </p:nvPr>
        </p:nvSpPr>
        <p:spPr>
          <a:xfrm>
            <a:off x="699267" y="540029"/>
            <a:ext cx="10972800" cy="685800"/>
          </a:xfrm>
        </p:spPr>
        <p:txBody>
          <a:bodyPr>
            <a:normAutofit fontScale="90000"/>
          </a:bodyPr>
          <a:lstStyle/>
          <a:p>
            <a:r>
              <a:rPr lang="en-PH"/>
              <a:t>Scope and Limitations of the Study</a:t>
            </a:r>
            <a:br>
              <a:rPr lang="en-US"/>
            </a:br>
            <a:endParaRPr lang="en-PH">
              <a:ea typeface="Calibri"/>
              <a:cs typeface="Calibri"/>
            </a:endParaRPr>
          </a:p>
        </p:txBody>
      </p:sp>
      <p:sp>
        <p:nvSpPr>
          <p:cNvPr id="22" name="Footer Placeholder 3">
            <a:extLst>
              <a:ext uri="{FF2B5EF4-FFF2-40B4-BE49-F238E27FC236}">
                <a16:creationId xmlns:a16="http://schemas.microsoft.com/office/drawing/2014/main" id="{1127C7F0-2012-A065-B009-33E05E10883C}"/>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
        <p:nvSpPr>
          <p:cNvPr id="7" name="Footer Placeholder 3">
            <a:extLst>
              <a:ext uri="{FF2B5EF4-FFF2-40B4-BE49-F238E27FC236}">
                <a16:creationId xmlns:a16="http://schemas.microsoft.com/office/drawing/2014/main" id="{4586C1D6-9824-C906-7C6E-3D9118425D37}"/>
              </a:ext>
            </a:extLst>
          </p:cNvPr>
          <p:cNvSpPr txBox="1">
            <a:spLocks/>
          </p:cNvSpPr>
          <p:nvPr/>
        </p:nvSpPr>
        <p:spPr>
          <a:xfrm>
            <a:off x="4255267" y="5729218"/>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i="1">
                <a:solidFill>
                  <a:prstClr val="black"/>
                </a:solidFill>
                <a:ea typeface="Calibri"/>
                <a:cs typeface="Calibri"/>
              </a:rPr>
              <a:t>Code Editor Panel</a:t>
            </a:r>
          </a:p>
        </p:txBody>
      </p:sp>
      <p:pic>
        <p:nvPicPr>
          <p:cNvPr id="3" name="Picture 2" descr="A screenshot of a video game&#10;&#10;AI-generated content may be incorrect.">
            <a:extLst>
              <a:ext uri="{FF2B5EF4-FFF2-40B4-BE49-F238E27FC236}">
                <a16:creationId xmlns:a16="http://schemas.microsoft.com/office/drawing/2014/main" id="{2F07DBAA-CCB4-9577-2597-DACE4B799580}"/>
              </a:ext>
            </a:extLst>
          </p:cNvPr>
          <p:cNvPicPr>
            <a:picLocks noChangeAspect="1"/>
          </p:cNvPicPr>
          <p:nvPr/>
        </p:nvPicPr>
        <p:blipFill>
          <a:blip r:embed="rId2"/>
          <a:stretch>
            <a:fillRect/>
          </a:stretch>
        </p:blipFill>
        <p:spPr>
          <a:xfrm>
            <a:off x="2539634" y="1261086"/>
            <a:ext cx="7297645" cy="4335829"/>
          </a:xfrm>
          <a:prstGeom prst="rect">
            <a:avLst/>
          </a:prstGeom>
        </p:spPr>
      </p:pic>
    </p:spTree>
    <p:extLst>
      <p:ext uri="{BB962C8B-B14F-4D97-AF65-F5344CB8AC3E}">
        <p14:creationId xmlns:p14="http://schemas.microsoft.com/office/powerpoint/2010/main" val="4158786330"/>
      </p:ext>
    </p:extLst>
  </p:cSld>
  <p:clrMapOvr>
    <a:masterClrMapping/>
  </p:clrMapOvr>
  <p:transition>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F283D-1EAA-89BA-C2E6-25521EF71F69}"/>
            </a:ext>
          </a:extLst>
        </p:cNvPr>
        <p:cNvGrpSpPr/>
        <p:nvPr/>
      </p:nvGrpSpPr>
      <p:grpSpPr>
        <a:xfrm>
          <a:off x="0" y="0"/>
          <a:ext cx="0" cy="0"/>
          <a:chOff x="0" y="0"/>
          <a:chExt cx="0" cy="0"/>
        </a:xfrm>
      </p:grpSpPr>
      <p:sp>
        <p:nvSpPr>
          <p:cNvPr id="26" name="Title 6">
            <a:extLst>
              <a:ext uri="{FF2B5EF4-FFF2-40B4-BE49-F238E27FC236}">
                <a16:creationId xmlns:a16="http://schemas.microsoft.com/office/drawing/2014/main" id="{191C3415-33BD-3E5C-9BA0-86A7AAB615AD}"/>
              </a:ext>
            </a:extLst>
          </p:cNvPr>
          <p:cNvSpPr>
            <a:spLocks noGrp="1"/>
          </p:cNvSpPr>
          <p:nvPr>
            <p:ph type="title"/>
          </p:nvPr>
        </p:nvSpPr>
        <p:spPr>
          <a:xfrm>
            <a:off x="699267" y="540029"/>
            <a:ext cx="10972800" cy="685800"/>
          </a:xfrm>
        </p:spPr>
        <p:txBody>
          <a:bodyPr>
            <a:normAutofit fontScale="90000"/>
          </a:bodyPr>
          <a:lstStyle/>
          <a:p>
            <a:r>
              <a:rPr lang="en-PH"/>
              <a:t>Scope and Limitations of the Study</a:t>
            </a:r>
            <a:br>
              <a:rPr lang="en-US"/>
            </a:br>
            <a:endParaRPr lang="en-PH">
              <a:ea typeface="Calibri"/>
              <a:cs typeface="Calibri"/>
            </a:endParaRPr>
          </a:p>
        </p:txBody>
      </p:sp>
      <p:sp>
        <p:nvSpPr>
          <p:cNvPr id="22" name="Footer Placeholder 3">
            <a:extLst>
              <a:ext uri="{FF2B5EF4-FFF2-40B4-BE49-F238E27FC236}">
                <a16:creationId xmlns:a16="http://schemas.microsoft.com/office/drawing/2014/main" id="{56CBC1CA-1B44-10D1-CA1F-B53D86AAA1CC}"/>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
        <p:nvSpPr>
          <p:cNvPr id="7" name="Footer Placeholder 3">
            <a:extLst>
              <a:ext uri="{FF2B5EF4-FFF2-40B4-BE49-F238E27FC236}">
                <a16:creationId xmlns:a16="http://schemas.microsoft.com/office/drawing/2014/main" id="{7891DC20-39A1-054D-9711-D0449D792334}"/>
              </a:ext>
            </a:extLst>
          </p:cNvPr>
          <p:cNvSpPr txBox="1">
            <a:spLocks/>
          </p:cNvSpPr>
          <p:nvPr/>
        </p:nvSpPr>
        <p:spPr>
          <a:xfrm>
            <a:off x="4255267" y="5729218"/>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i="1">
                <a:solidFill>
                  <a:prstClr val="black"/>
                </a:solidFill>
                <a:ea typeface="Calibri"/>
                <a:cs typeface="Calibri"/>
              </a:rPr>
              <a:t>Crafting Panel</a:t>
            </a:r>
          </a:p>
        </p:txBody>
      </p:sp>
      <p:pic>
        <p:nvPicPr>
          <p:cNvPr id="2" name="Picture 1" descr="A screenshot of a video game&#10;&#10;AI-generated content may be incorrect.">
            <a:extLst>
              <a:ext uri="{FF2B5EF4-FFF2-40B4-BE49-F238E27FC236}">
                <a16:creationId xmlns:a16="http://schemas.microsoft.com/office/drawing/2014/main" id="{76B141CC-D864-6C2D-A500-268DB0E1C2C3}"/>
              </a:ext>
            </a:extLst>
          </p:cNvPr>
          <p:cNvPicPr>
            <a:picLocks noChangeAspect="1"/>
          </p:cNvPicPr>
          <p:nvPr/>
        </p:nvPicPr>
        <p:blipFill>
          <a:blip r:embed="rId2"/>
          <a:stretch>
            <a:fillRect/>
          </a:stretch>
        </p:blipFill>
        <p:spPr>
          <a:xfrm>
            <a:off x="2447601" y="1221154"/>
            <a:ext cx="7303597" cy="4325112"/>
          </a:xfrm>
          <a:prstGeom prst="rect">
            <a:avLst/>
          </a:prstGeom>
        </p:spPr>
      </p:pic>
    </p:spTree>
    <p:extLst>
      <p:ext uri="{BB962C8B-B14F-4D97-AF65-F5344CB8AC3E}">
        <p14:creationId xmlns:p14="http://schemas.microsoft.com/office/powerpoint/2010/main" val="1434069368"/>
      </p:ext>
    </p:extLst>
  </p:cSld>
  <p:clrMapOvr>
    <a:masterClrMapping/>
  </p:clrMapOvr>
  <p:transition>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B7BBC-8070-0CC4-0C26-59825E6442EC}"/>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F5B1759-E715-CF3B-8BCD-165894B30EC3}"/>
              </a:ext>
            </a:extLst>
          </p:cNvPr>
          <p:cNvSpPr>
            <a:spLocks noGrp="1"/>
          </p:cNvSpPr>
          <p:nvPr>
            <p:ph idx="1"/>
          </p:nvPr>
        </p:nvSpPr>
        <p:spPr/>
        <p:txBody>
          <a:bodyPr>
            <a:normAutofit fontScale="77500" lnSpcReduction="20000"/>
          </a:bodyPr>
          <a:lstStyle/>
          <a:p>
            <a:pPr lvl="0"/>
            <a:r>
              <a:rPr lang="en-US"/>
              <a:t>Mobile Application</a:t>
            </a:r>
            <a:endParaRPr lang="en-PH"/>
          </a:p>
          <a:p>
            <a:pPr lvl="1"/>
            <a:r>
              <a:rPr lang="en-US"/>
              <a:t>HUD (Heads-Up Display)</a:t>
            </a:r>
            <a:endParaRPr lang="en-PH"/>
          </a:p>
          <a:p>
            <a:pPr lvl="2"/>
            <a:r>
              <a:rPr lang="en-US"/>
              <a:t>Pause</a:t>
            </a:r>
            <a:endParaRPr lang="en-PH"/>
          </a:p>
          <a:p>
            <a:pPr lvl="3"/>
            <a:r>
              <a:rPr lang="en-US"/>
              <a:t>Allows the user to temporarily pause the game, showing the Pause Menu Panel.</a:t>
            </a:r>
            <a:endParaRPr lang="en-PH"/>
          </a:p>
          <a:p>
            <a:pPr lvl="2"/>
            <a:r>
              <a:rPr lang="en-US"/>
              <a:t>Pause Menu Panel</a:t>
            </a:r>
            <a:endParaRPr lang="en-PH"/>
          </a:p>
          <a:p>
            <a:pPr lvl="3"/>
            <a:r>
              <a:rPr lang="en-US"/>
              <a:t>Resume</a:t>
            </a:r>
            <a:endParaRPr lang="en-PH"/>
          </a:p>
          <a:p>
            <a:pPr lvl="4"/>
            <a:r>
              <a:rPr lang="en-US"/>
              <a:t>Resumes the current game.</a:t>
            </a:r>
            <a:endParaRPr lang="en-PH"/>
          </a:p>
          <a:p>
            <a:pPr lvl="3"/>
            <a:r>
              <a:rPr lang="en-US"/>
              <a:t>Settings</a:t>
            </a:r>
            <a:endParaRPr lang="en-PH"/>
          </a:p>
          <a:p>
            <a:pPr lvl="4"/>
            <a:r>
              <a:rPr lang="en-US"/>
              <a:t>Shows the settings panel.</a:t>
            </a:r>
            <a:endParaRPr lang="en-PH"/>
          </a:p>
          <a:p>
            <a:pPr lvl="3"/>
            <a:r>
              <a:rPr lang="en-US"/>
              <a:t>Quit</a:t>
            </a:r>
            <a:endParaRPr lang="en-PH"/>
          </a:p>
          <a:p>
            <a:pPr lvl="4"/>
            <a:r>
              <a:rPr lang="en-US"/>
              <a:t>Saves the game and directs the user to the Start Page.</a:t>
            </a:r>
            <a:endParaRPr lang="en-PH"/>
          </a:p>
          <a:p>
            <a:pPr lvl="2"/>
            <a:r>
              <a:rPr lang="en-US"/>
              <a:t>Missions Panel</a:t>
            </a:r>
            <a:endParaRPr lang="en-PH"/>
          </a:p>
          <a:p>
            <a:pPr lvl="3"/>
            <a:r>
              <a:rPr lang="en-US"/>
              <a:t>Shows the user the current missions they can do to progress.</a:t>
            </a:r>
            <a:endParaRPr lang="en-PH"/>
          </a:p>
        </p:txBody>
      </p:sp>
      <p:sp>
        <p:nvSpPr>
          <p:cNvPr id="26" name="Title 6">
            <a:extLst>
              <a:ext uri="{FF2B5EF4-FFF2-40B4-BE49-F238E27FC236}">
                <a16:creationId xmlns:a16="http://schemas.microsoft.com/office/drawing/2014/main" id="{528218C2-3A69-BBF9-4767-F68A1E0326C7}"/>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6BFA8246-636F-043E-06F7-9D8E3D6761BD}"/>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3666627407"/>
      </p:ext>
    </p:extLst>
  </p:cSld>
  <p:clrMapOvr>
    <a:masterClrMapping/>
  </p:clrMapOvr>
  <p:transition>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DB998-9B95-904D-4785-12F93293EF22}"/>
            </a:ext>
          </a:extLst>
        </p:cNvPr>
        <p:cNvGrpSpPr/>
        <p:nvPr/>
      </p:nvGrpSpPr>
      <p:grpSpPr>
        <a:xfrm>
          <a:off x="0" y="0"/>
          <a:ext cx="0" cy="0"/>
          <a:chOff x="0" y="0"/>
          <a:chExt cx="0" cy="0"/>
        </a:xfrm>
      </p:grpSpPr>
      <p:sp>
        <p:nvSpPr>
          <p:cNvPr id="26" name="Title 6">
            <a:extLst>
              <a:ext uri="{FF2B5EF4-FFF2-40B4-BE49-F238E27FC236}">
                <a16:creationId xmlns:a16="http://schemas.microsoft.com/office/drawing/2014/main" id="{E9C4A156-8EEF-423B-45F5-885C9D39969D}"/>
              </a:ext>
            </a:extLst>
          </p:cNvPr>
          <p:cNvSpPr>
            <a:spLocks noGrp="1"/>
          </p:cNvSpPr>
          <p:nvPr>
            <p:ph type="title"/>
          </p:nvPr>
        </p:nvSpPr>
        <p:spPr>
          <a:xfrm>
            <a:off x="699267" y="540029"/>
            <a:ext cx="10972800" cy="685800"/>
          </a:xfrm>
        </p:spPr>
        <p:txBody>
          <a:bodyPr>
            <a:normAutofit fontScale="90000"/>
          </a:bodyPr>
          <a:lstStyle/>
          <a:p>
            <a:r>
              <a:rPr lang="en-PH"/>
              <a:t>Scope and Limitations of the Study</a:t>
            </a:r>
            <a:br>
              <a:rPr lang="en-US"/>
            </a:br>
            <a:endParaRPr lang="en-PH">
              <a:ea typeface="Calibri"/>
              <a:cs typeface="Calibri"/>
            </a:endParaRPr>
          </a:p>
        </p:txBody>
      </p:sp>
      <p:sp>
        <p:nvSpPr>
          <p:cNvPr id="22" name="Footer Placeholder 3">
            <a:extLst>
              <a:ext uri="{FF2B5EF4-FFF2-40B4-BE49-F238E27FC236}">
                <a16:creationId xmlns:a16="http://schemas.microsoft.com/office/drawing/2014/main" id="{D2115F81-3806-67E1-2B39-8524194736C3}"/>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
        <p:nvSpPr>
          <p:cNvPr id="7" name="Footer Placeholder 3">
            <a:extLst>
              <a:ext uri="{FF2B5EF4-FFF2-40B4-BE49-F238E27FC236}">
                <a16:creationId xmlns:a16="http://schemas.microsoft.com/office/drawing/2014/main" id="{2A1F577A-121D-93A9-99A8-65C81526BEA0}"/>
              </a:ext>
            </a:extLst>
          </p:cNvPr>
          <p:cNvSpPr txBox="1">
            <a:spLocks/>
          </p:cNvSpPr>
          <p:nvPr/>
        </p:nvSpPr>
        <p:spPr>
          <a:xfrm>
            <a:off x="4255267" y="5729218"/>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i="1">
                <a:solidFill>
                  <a:prstClr val="black"/>
                </a:solidFill>
                <a:ea typeface="Calibri"/>
                <a:cs typeface="Calibri"/>
              </a:rPr>
              <a:t>Pause Menu Panel</a:t>
            </a:r>
          </a:p>
        </p:txBody>
      </p:sp>
      <p:pic>
        <p:nvPicPr>
          <p:cNvPr id="3" name="Picture 2" descr="A screenshot of a video game&#10;&#10;AI-generated content may be incorrect.">
            <a:extLst>
              <a:ext uri="{FF2B5EF4-FFF2-40B4-BE49-F238E27FC236}">
                <a16:creationId xmlns:a16="http://schemas.microsoft.com/office/drawing/2014/main" id="{2F2A508E-EB10-F6AB-2CD4-552C6D5C44B0}"/>
              </a:ext>
            </a:extLst>
          </p:cNvPr>
          <p:cNvPicPr>
            <a:picLocks noChangeAspect="1"/>
          </p:cNvPicPr>
          <p:nvPr/>
        </p:nvPicPr>
        <p:blipFill>
          <a:blip r:embed="rId2"/>
          <a:stretch>
            <a:fillRect/>
          </a:stretch>
        </p:blipFill>
        <p:spPr>
          <a:xfrm>
            <a:off x="2443407" y="1264871"/>
            <a:ext cx="7294714" cy="4318489"/>
          </a:xfrm>
          <a:prstGeom prst="rect">
            <a:avLst/>
          </a:prstGeom>
        </p:spPr>
      </p:pic>
    </p:spTree>
    <p:extLst>
      <p:ext uri="{BB962C8B-B14F-4D97-AF65-F5344CB8AC3E}">
        <p14:creationId xmlns:p14="http://schemas.microsoft.com/office/powerpoint/2010/main" val="149205702"/>
      </p:ext>
    </p:extLst>
  </p:cSld>
  <p:clrMapOvr>
    <a:masterClrMapping/>
  </p:clrMapOvr>
  <p:transition>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10FEA-BF60-064D-B70E-7F2127DFDE9C}"/>
            </a:ext>
          </a:extLst>
        </p:cNvPr>
        <p:cNvGrpSpPr/>
        <p:nvPr/>
      </p:nvGrpSpPr>
      <p:grpSpPr>
        <a:xfrm>
          <a:off x="0" y="0"/>
          <a:ext cx="0" cy="0"/>
          <a:chOff x="0" y="0"/>
          <a:chExt cx="0" cy="0"/>
        </a:xfrm>
      </p:grpSpPr>
      <p:sp>
        <p:nvSpPr>
          <p:cNvPr id="26" name="Title 6">
            <a:extLst>
              <a:ext uri="{FF2B5EF4-FFF2-40B4-BE49-F238E27FC236}">
                <a16:creationId xmlns:a16="http://schemas.microsoft.com/office/drawing/2014/main" id="{E3272F1F-3241-91F4-A06B-8A07FF4F9B7D}"/>
              </a:ext>
            </a:extLst>
          </p:cNvPr>
          <p:cNvSpPr>
            <a:spLocks noGrp="1"/>
          </p:cNvSpPr>
          <p:nvPr>
            <p:ph type="title"/>
          </p:nvPr>
        </p:nvSpPr>
        <p:spPr>
          <a:xfrm>
            <a:off x="699267" y="540029"/>
            <a:ext cx="10972800" cy="685800"/>
          </a:xfrm>
        </p:spPr>
        <p:txBody>
          <a:bodyPr>
            <a:normAutofit fontScale="90000"/>
          </a:bodyPr>
          <a:lstStyle/>
          <a:p>
            <a:r>
              <a:rPr lang="en-PH"/>
              <a:t>Scope and Limitations of the Study</a:t>
            </a:r>
            <a:br>
              <a:rPr lang="en-US"/>
            </a:br>
            <a:endParaRPr lang="en-PH">
              <a:ea typeface="Calibri"/>
              <a:cs typeface="Calibri"/>
            </a:endParaRPr>
          </a:p>
        </p:txBody>
      </p:sp>
      <p:sp>
        <p:nvSpPr>
          <p:cNvPr id="22" name="Footer Placeholder 3">
            <a:extLst>
              <a:ext uri="{FF2B5EF4-FFF2-40B4-BE49-F238E27FC236}">
                <a16:creationId xmlns:a16="http://schemas.microsoft.com/office/drawing/2014/main" id="{8CDFDFEE-0F06-0B91-3D17-850AB17C60AC}"/>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
        <p:nvSpPr>
          <p:cNvPr id="7" name="Footer Placeholder 3">
            <a:extLst>
              <a:ext uri="{FF2B5EF4-FFF2-40B4-BE49-F238E27FC236}">
                <a16:creationId xmlns:a16="http://schemas.microsoft.com/office/drawing/2014/main" id="{98B4CEF6-1ED7-2464-B0E5-8D518C915D64}"/>
              </a:ext>
            </a:extLst>
          </p:cNvPr>
          <p:cNvSpPr txBox="1">
            <a:spLocks/>
          </p:cNvSpPr>
          <p:nvPr/>
        </p:nvSpPr>
        <p:spPr>
          <a:xfrm>
            <a:off x="4255267" y="5729218"/>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i="1">
                <a:solidFill>
                  <a:prstClr val="black"/>
                </a:solidFill>
              </a:rPr>
              <a:t>Missions Panel</a:t>
            </a:r>
            <a:endParaRPr lang="en-US" i="1">
              <a:solidFill>
                <a:prstClr val="black"/>
              </a:solidFill>
              <a:ea typeface="Calibri"/>
              <a:cs typeface="Calibri"/>
            </a:endParaRPr>
          </a:p>
        </p:txBody>
      </p:sp>
      <p:pic>
        <p:nvPicPr>
          <p:cNvPr id="6" name="Picture 5" descr="A video game screen with a beach and water&#10;&#10;AI-generated content may be incorrect.">
            <a:extLst>
              <a:ext uri="{FF2B5EF4-FFF2-40B4-BE49-F238E27FC236}">
                <a16:creationId xmlns:a16="http://schemas.microsoft.com/office/drawing/2014/main" id="{09327FA3-1E0B-73B2-B215-70D1EC375FFA}"/>
              </a:ext>
            </a:extLst>
          </p:cNvPr>
          <p:cNvPicPr>
            <a:picLocks noChangeAspect="1"/>
          </p:cNvPicPr>
          <p:nvPr/>
        </p:nvPicPr>
        <p:blipFill>
          <a:blip r:embed="rId2"/>
          <a:stretch>
            <a:fillRect/>
          </a:stretch>
        </p:blipFill>
        <p:spPr>
          <a:xfrm>
            <a:off x="2528033" y="1272076"/>
            <a:ext cx="7199709" cy="4256638"/>
          </a:xfrm>
          <a:prstGeom prst="rect">
            <a:avLst/>
          </a:prstGeom>
        </p:spPr>
      </p:pic>
    </p:spTree>
    <p:extLst>
      <p:ext uri="{BB962C8B-B14F-4D97-AF65-F5344CB8AC3E}">
        <p14:creationId xmlns:p14="http://schemas.microsoft.com/office/powerpoint/2010/main" val="3319563464"/>
      </p:ext>
    </p:extLst>
  </p:cSld>
  <p:clrMapOvr>
    <a:masterClrMapping/>
  </p:clrMapOvr>
  <p:transition>
    <p:fade thruBlk="1"/>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B6CC0-6A04-5B97-0177-CE75B071C9CF}"/>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BFBD29C-4B5C-87D3-6355-7AE10207C5B4}"/>
              </a:ext>
            </a:extLst>
          </p:cNvPr>
          <p:cNvSpPr>
            <a:spLocks noGrp="1"/>
          </p:cNvSpPr>
          <p:nvPr>
            <p:ph idx="1"/>
          </p:nvPr>
        </p:nvSpPr>
        <p:spPr/>
        <p:txBody>
          <a:bodyPr>
            <a:normAutofit fontScale="70000" lnSpcReduction="20000"/>
          </a:bodyPr>
          <a:lstStyle/>
          <a:p>
            <a:pPr lvl="2"/>
            <a:r>
              <a:rPr lang="en-US"/>
              <a:t>Health Bar</a:t>
            </a:r>
            <a:endParaRPr lang="en-PH"/>
          </a:p>
          <a:p>
            <a:pPr lvl="3"/>
            <a:r>
              <a:rPr lang="en-US"/>
              <a:t>Shows the user their current health.</a:t>
            </a:r>
            <a:endParaRPr lang="en-PH"/>
          </a:p>
          <a:p>
            <a:pPr lvl="2"/>
            <a:r>
              <a:rPr lang="en-US" err="1"/>
              <a:t>Hotbar</a:t>
            </a:r>
            <a:endParaRPr lang="en-PH"/>
          </a:p>
          <a:p>
            <a:pPr lvl="3"/>
            <a:r>
              <a:rPr lang="en-US"/>
              <a:t>Shows the user their current held items.</a:t>
            </a:r>
            <a:endParaRPr lang="en-PH"/>
          </a:p>
          <a:p>
            <a:pPr lvl="2"/>
            <a:r>
              <a:rPr lang="en-US"/>
              <a:t>Inventory</a:t>
            </a:r>
            <a:endParaRPr lang="en-PH"/>
          </a:p>
          <a:p>
            <a:pPr lvl="3"/>
            <a:r>
              <a:rPr lang="en-US"/>
              <a:t>Shows the user their extra space and a smaller crafting area.</a:t>
            </a:r>
            <a:r>
              <a:rPr lang="en-PH"/>
              <a:t> </a:t>
            </a:r>
          </a:p>
          <a:p>
            <a:pPr lvl="2"/>
            <a:r>
              <a:rPr lang="en-US"/>
              <a:t>Code Editor Panel</a:t>
            </a:r>
            <a:endParaRPr lang="en-PH"/>
          </a:p>
          <a:p>
            <a:pPr lvl="3"/>
            <a:r>
              <a:rPr lang="en-US"/>
              <a:t>A panel that prompts the user to code in Lua or Python to either progress in a challenge area or customize their </a:t>
            </a:r>
            <a:r>
              <a:rPr lang="en-US" err="1"/>
              <a:t>Automatica</a:t>
            </a:r>
            <a:r>
              <a:rPr lang="en-US"/>
              <a:t> and </a:t>
            </a:r>
            <a:r>
              <a:rPr lang="en-US" err="1"/>
              <a:t>Algorithmica</a:t>
            </a:r>
            <a:r>
              <a:rPr lang="en-US"/>
              <a:t>.</a:t>
            </a:r>
            <a:endParaRPr lang="en-PH"/>
          </a:p>
          <a:p>
            <a:pPr lvl="2"/>
            <a:r>
              <a:rPr lang="en-US"/>
              <a:t>Crafting Panel</a:t>
            </a:r>
            <a:endParaRPr lang="en-PH"/>
          </a:p>
          <a:p>
            <a:pPr lvl="3"/>
            <a:r>
              <a:rPr lang="en-US"/>
              <a:t>A panel for more advanced crafting, unlockable when the user crafts the crafting bench.</a:t>
            </a:r>
            <a:endParaRPr lang="en-PH"/>
          </a:p>
          <a:p>
            <a:pPr lvl="2"/>
            <a:r>
              <a:rPr lang="en-US"/>
              <a:t>On-screen Joystick</a:t>
            </a:r>
            <a:endParaRPr lang="en-PH"/>
          </a:p>
          <a:p>
            <a:pPr lvl="3"/>
            <a:r>
              <a:rPr lang="en-US"/>
              <a:t>Allows movement for mobile users.</a:t>
            </a:r>
            <a:endParaRPr lang="en-PH"/>
          </a:p>
          <a:p>
            <a:pPr lvl="2"/>
            <a:r>
              <a:rPr lang="en-US"/>
              <a:t>Interact Button</a:t>
            </a:r>
            <a:endParaRPr lang="en-PH"/>
          </a:p>
          <a:p>
            <a:pPr lvl="3"/>
            <a:r>
              <a:rPr lang="en-US"/>
              <a:t>A general button that changes depending on the items near the player character.</a:t>
            </a:r>
            <a:endParaRPr lang="en-PH"/>
          </a:p>
        </p:txBody>
      </p:sp>
      <p:sp>
        <p:nvSpPr>
          <p:cNvPr id="26" name="Title 6">
            <a:extLst>
              <a:ext uri="{FF2B5EF4-FFF2-40B4-BE49-F238E27FC236}">
                <a16:creationId xmlns:a16="http://schemas.microsoft.com/office/drawing/2014/main" id="{71E3E0A7-DE41-E507-FB52-9685084A179A}"/>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58B529B7-394B-CE8C-6147-71A307F91B2F}"/>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693353654"/>
      </p:ext>
    </p:extLst>
  </p:cSld>
  <p:clrMapOvr>
    <a:masterClrMapping/>
  </p:clrMapOvr>
  <p:transition>
    <p:fade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6C56E-5AFF-1499-02D9-84B2E26B6494}"/>
            </a:ext>
          </a:extLst>
        </p:cNvPr>
        <p:cNvGrpSpPr/>
        <p:nvPr/>
      </p:nvGrpSpPr>
      <p:grpSpPr>
        <a:xfrm>
          <a:off x="0" y="0"/>
          <a:ext cx="0" cy="0"/>
          <a:chOff x="0" y="0"/>
          <a:chExt cx="0" cy="0"/>
        </a:xfrm>
      </p:grpSpPr>
      <p:sp>
        <p:nvSpPr>
          <p:cNvPr id="26" name="Title 6">
            <a:extLst>
              <a:ext uri="{FF2B5EF4-FFF2-40B4-BE49-F238E27FC236}">
                <a16:creationId xmlns:a16="http://schemas.microsoft.com/office/drawing/2014/main" id="{979E652D-EFB9-824A-A012-74A225692C6E}"/>
              </a:ext>
            </a:extLst>
          </p:cNvPr>
          <p:cNvSpPr>
            <a:spLocks noGrp="1"/>
          </p:cNvSpPr>
          <p:nvPr>
            <p:ph type="title"/>
          </p:nvPr>
        </p:nvSpPr>
        <p:spPr>
          <a:xfrm>
            <a:off x="699267" y="540029"/>
            <a:ext cx="10972800" cy="685800"/>
          </a:xfrm>
        </p:spPr>
        <p:txBody>
          <a:bodyPr>
            <a:normAutofit fontScale="90000"/>
          </a:bodyPr>
          <a:lstStyle/>
          <a:p>
            <a:r>
              <a:rPr lang="en-PH"/>
              <a:t>Scope and Limitations of the Study</a:t>
            </a:r>
            <a:br>
              <a:rPr lang="en-US"/>
            </a:br>
            <a:endParaRPr lang="en-PH">
              <a:ea typeface="Calibri"/>
              <a:cs typeface="Calibri"/>
            </a:endParaRPr>
          </a:p>
        </p:txBody>
      </p:sp>
      <p:sp>
        <p:nvSpPr>
          <p:cNvPr id="22" name="Footer Placeholder 3">
            <a:extLst>
              <a:ext uri="{FF2B5EF4-FFF2-40B4-BE49-F238E27FC236}">
                <a16:creationId xmlns:a16="http://schemas.microsoft.com/office/drawing/2014/main" id="{446DF622-0120-BFFF-1937-B7FDAEED1AA5}"/>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
        <p:nvSpPr>
          <p:cNvPr id="7" name="Footer Placeholder 3">
            <a:extLst>
              <a:ext uri="{FF2B5EF4-FFF2-40B4-BE49-F238E27FC236}">
                <a16:creationId xmlns:a16="http://schemas.microsoft.com/office/drawing/2014/main" id="{F433399C-E18C-C461-9C99-2B995AB3E145}"/>
              </a:ext>
            </a:extLst>
          </p:cNvPr>
          <p:cNvSpPr txBox="1">
            <a:spLocks/>
          </p:cNvSpPr>
          <p:nvPr/>
        </p:nvSpPr>
        <p:spPr>
          <a:xfrm>
            <a:off x="4255267" y="5729218"/>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i="1">
                <a:solidFill>
                  <a:prstClr val="black"/>
                </a:solidFill>
                <a:ea typeface="Calibri"/>
                <a:cs typeface="Calibri"/>
              </a:rPr>
              <a:t>Mobile HUD</a:t>
            </a:r>
          </a:p>
        </p:txBody>
      </p:sp>
      <p:pic>
        <p:nvPicPr>
          <p:cNvPr id="3" name="Picture 2" descr="A screenshot of a video game&#10;&#10;AI-generated content may be incorrect.">
            <a:extLst>
              <a:ext uri="{FF2B5EF4-FFF2-40B4-BE49-F238E27FC236}">
                <a16:creationId xmlns:a16="http://schemas.microsoft.com/office/drawing/2014/main" id="{EF18C925-70E3-146B-B4EE-D7CC2DC7A56B}"/>
              </a:ext>
            </a:extLst>
          </p:cNvPr>
          <p:cNvPicPr>
            <a:picLocks noChangeAspect="1"/>
          </p:cNvPicPr>
          <p:nvPr/>
        </p:nvPicPr>
        <p:blipFill>
          <a:blip r:embed="rId2"/>
          <a:stretch>
            <a:fillRect/>
          </a:stretch>
        </p:blipFill>
        <p:spPr>
          <a:xfrm>
            <a:off x="2106002" y="1219811"/>
            <a:ext cx="7989062" cy="4327798"/>
          </a:xfrm>
          <a:prstGeom prst="rect">
            <a:avLst/>
          </a:prstGeom>
        </p:spPr>
      </p:pic>
    </p:spTree>
    <p:extLst>
      <p:ext uri="{BB962C8B-B14F-4D97-AF65-F5344CB8AC3E}">
        <p14:creationId xmlns:p14="http://schemas.microsoft.com/office/powerpoint/2010/main" val="1518126311"/>
      </p:ext>
    </p:extLst>
  </p:cSld>
  <p:clrMapOvr>
    <a:masterClrMapping/>
  </p:clrMapOvr>
  <p:transition>
    <p:fade thruBlk="1"/>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6D1E1-1636-94E7-3A7E-E96D178EF2AF}"/>
            </a:ext>
          </a:extLst>
        </p:cNvPr>
        <p:cNvGrpSpPr/>
        <p:nvPr/>
      </p:nvGrpSpPr>
      <p:grpSpPr>
        <a:xfrm>
          <a:off x="0" y="0"/>
          <a:ext cx="0" cy="0"/>
          <a:chOff x="0" y="0"/>
          <a:chExt cx="0" cy="0"/>
        </a:xfrm>
      </p:grpSpPr>
      <p:sp>
        <p:nvSpPr>
          <p:cNvPr id="26" name="Title 6">
            <a:extLst>
              <a:ext uri="{FF2B5EF4-FFF2-40B4-BE49-F238E27FC236}">
                <a16:creationId xmlns:a16="http://schemas.microsoft.com/office/drawing/2014/main" id="{F28BC4E9-9A28-CD3F-5E56-51CBD341416A}"/>
              </a:ext>
            </a:extLst>
          </p:cNvPr>
          <p:cNvSpPr>
            <a:spLocks noGrp="1"/>
          </p:cNvSpPr>
          <p:nvPr>
            <p:ph type="title"/>
          </p:nvPr>
        </p:nvSpPr>
        <p:spPr>
          <a:xfrm>
            <a:off x="699267" y="540029"/>
            <a:ext cx="10972800" cy="685800"/>
          </a:xfrm>
        </p:spPr>
        <p:txBody>
          <a:bodyPr>
            <a:normAutofit fontScale="90000"/>
          </a:bodyPr>
          <a:lstStyle/>
          <a:p>
            <a:r>
              <a:rPr lang="en-PH"/>
              <a:t>Scope and Limitations of the Study</a:t>
            </a:r>
            <a:br>
              <a:rPr lang="en-US"/>
            </a:br>
            <a:endParaRPr lang="en-PH">
              <a:ea typeface="Calibri"/>
              <a:cs typeface="Calibri"/>
            </a:endParaRPr>
          </a:p>
        </p:txBody>
      </p:sp>
      <p:sp>
        <p:nvSpPr>
          <p:cNvPr id="22" name="Footer Placeholder 3">
            <a:extLst>
              <a:ext uri="{FF2B5EF4-FFF2-40B4-BE49-F238E27FC236}">
                <a16:creationId xmlns:a16="http://schemas.microsoft.com/office/drawing/2014/main" id="{9725FA51-8BC3-922F-48E5-BC02262CBCFD}"/>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
        <p:nvSpPr>
          <p:cNvPr id="7" name="Footer Placeholder 3">
            <a:extLst>
              <a:ext uri="{FF2B5EF4-FFF2-40B4-BE49-F238E27FC236}">
                <a16:creationId xmlns:a16="http://schemas.microsoft.com/office/drawing/2014/main" id="{3FBA29D5-16CA-5C29-BFEC-ACE11C84B131}"/>
              </a:ext>
            </a:extLst>
          </p:cNvPr>
          <p:cNvSpPr txBox="1">
            <a:spLocks/>
          </p:cNvSpPr>
          <p:nvPr/>
        </p:nvSpPr>
        <p:spPr>
          <a:xfrm>
            <a:off x="4255267" y="5729218"/>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i="1">
                <a:solidFill>
                  <a:prstClr val="black"/>
                </a:solidFill>
                <a:ea typeface="Calibri"/>
                <a:cs typeface="Calibri"/>
              </a:rPr>
              <a:t>Code Editor Panel</a:t>
            </a:r>
          </a:p>
        </p:txBody>
      </p:sp>
      <p:pic>
        <p:nvPicPr>
          <p:cNvPr id="3" name="Picture 2" descr="A screenshot of a video game&#10;&#10;AI-generated content may be incorrect.">
            <a:extLst>
              <a:ext uri="{FF2B5EF4-FFF2-40B4-BE49-F238E27FC236}">
                <a16:creationId xmlns:a16="http://schemas.microsoft.com/office/drawing/2014/main" id="{5FC74FD1-8AA9-7EA0-02FB-B06CCF39DD79}"/>
              </a:ext>
            </a:extLst>
          </p:cNvPr>
          <p:cNvPicPr>
            <a:picLocks noChangeAspect="1"/>
          </p:cNvPicPr>
          <p:nvPr/>
        </p:nvPicPr>
        <p:blipFill>
          <a:blip r:embed="rId2"/>
          <a:stretch>
            <a:fillRect/>
          </a:stretch>
        </p:blipFill>
        <p:spPr>
          <a:xfrm>
            <a:off x="2539634" y="1261086"/>
            <a:ext cx="7297645" cy="4335829"/>
          </a:xfrm>
          <a:prstGeom prst="rect">
            <a:avLst/>
          </a:prstGeom>
        </p:spPr>
      </p:pic>
    </p:spTree>
    <p:extLst>
      <p:ext uri="{BB962C8B-B14F-4D97-AF65-F5344CB8AC3E}">
        <p14:creationId xmlns:p14="http://schemas.microsoft.com/office/powerpoint/2010/main" val="2290153889"/>
      </p:ext>
    </p:extLst>
  </p:cSld>
  <p:clrMapOvr>
    <a:masterClrMapping/>
  </p:clrMapOvr>
  <p:transition>
    <p:fade thruBlk="1"/>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7A729-A7E4-FEF1-6CA8-350F991807F0}"/>
            </a:ext>
          </a:extLst>
        </p:cNvPr>
        <p:cNvGrpSpPr/>
        <p:nvPr/>
      </p:nvGrpSpPr>
      <p:grpSpPr>
        <a:xfrm>
          <a:off x="0" y="0"/>
          <a:ext cx="0" cy="0"/>
          <a:chOff x="0" y="0"/>
          <a:chExt cx="0" cy="0"/>
        </a:xfrm>
      </p:grpSpPr>
      <p:sp>
        <p:nvSpPr>
          <p:cNvPr id="26" name="Title 6">
            <a:extLst>
              <a:ext uri="{FF2B5EF4-FFF2-40B4-BE49-F238E27FC236}">
                <a16:creationId xmlns:a16="http://schemas.microsoft.com/office/drawing/2014/main" id="{5F9125E6-1699-7330-BCF4-0311634E8127}"/>
              </a:ext>
            </a:extLst>
          </p:cNvPr>
          <p:cNvSpPr>
            <a:spLocks noGrp="1"/>
          </p:cNvSpPr>
          <p:nvPr>
            <p:ph type="title"/>
          </p:nvPr>
        </p:nvSpPr>
        <p:spPr>
          <a:xfrm>
            <a:off x="699267" y="540029"/>
            <a:ext cx="10972800" cy="685800"/>
          </a:xfrm>
        </p:spPr>
        <p:txBody>
          <a:bodyPr>
            <a:normAutofit fontScale="90000"/>
          </a:bodyPr>
          <a:lstStyle/>
          <a:p>
            <a:r>
              <a:rPr lang="en-PH"/>
              <a:t>Scope and Limitations of the Study</a:t>
            </a:r>
            <a:br>
              <a:rPr lang="en-US"/>
            </a:br>
            <a:endParaRPr lang="en-PH">
              <a:ea typeface="Calibri"/>
              <a:cs typeface="Calibri"/>
            </a:endParaRPr>
          </a:p>
        </p:txBody>
      </p:sp>
      <p:sp>
        <p:nvSpPr>
          <p:cNvPr id="22" name="Footer Placeholder 3">
            <a:extLst>
              <a:ext uri="{FF2B5EF4-FFF2-40B4-BE49-F238E27FC236}">
                <a16:creationId xmlns:a16="http://schemas.microsoft.com/office/drawing/2014/main" id="{D69A53E5-F921-AFCC-B014-A02105642ABA}"/>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
        <p:nvSpPr>
          <p:cNvPr id="7" name="Footer Placeholder 3">
            <a:extLst>
              <a:ext uri="{FF2B5EF4-FFF2-40B4-BE49-F238E27FC236}">
                <a16:creationId xmlns:a16="http://schemas.microsoft.com/office/drawing/2014/main" id="{480B5949-CEC7-AA7F-7014-47D3CC98E3A1}"/>
              </a:ext>
            </a:extLst>
          </p:cNvPr>
          <p:cNvSpPr txBox="1">
            <a:spLocks/>
          </p:cNvSpPr>
          <p:nvPr/>
        </p:nvSpPr>
        <p:spPr>
          <a:xfrm>
            <a:off x="4255267" y="5729218"/>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i="1">
                <a:solidFill>
                  <a:prstClr val="black"/>
                </a:solidFill>
                <a:ea typeface="Calibri"/>
                <a:cs typeface="Calibri"/>
              </a:rPr>
              <a:t>Crafting Panel</a:t>
            </a:r>
          </a:p>
        </p:txBody>
      </p:sp>
      <p:pic>
        <p:nvPicPr>
          <p:cNvPr id="2" name="Picture 1" descr="A screenshot of a video game&#10;&#10;AI-generated content may be incorrect.">
            <a:extLst>
              <a:ext uri="{FF2B5EF4-FFF2-40B4-BE49-F238E27FC236}">
                <a16:creationId xmlns:a16="http://schemas.microsoft.com/office/drawing/2014/main" id="{BA8418F8-B531-57A5-43DD-1068B3E6BFEC}"/>
              </a:ext>
            </a:extLst>
          </p:cNvPr>
          <p:cNvPicPr>
            <a:picLocks noChangeAspect="1"/>
          </p:cNvPicPr>
          <p:nvPr/>
        </p:nvPicPr>
        <p:blipFill>
          <a:blip r:embed="rId2"/>
          <a:stretch>
            <a:fillRect/>
          </a:stretch>
        </p:blipFill>
        <p:spPr>
          <a:xfrm>
            <a:off x="2447601" y="1221154"/>
            <a:ext cx="7303597" cy="4325112"/>
          </a:xfrm>
          <a:prstGeom prst="rect">
            <a:avLst/>
          </a:prstGeom>
        </p:spPr>
      </p:pic>
    </p:spTree>
    <p:extLst>
      <p:ext uri="{BB962C8B-B14F-4D97-AF65-F5344CB8AC3E}">
        <p14:creationId xmlns:p14="http://schemas.microsoft.com/office/powerpoint/2010/main" val="2038893191"/>
      </p:ext>
    </p:extLst>
  </p:cSld>
  <p:clrMapOvr>
    <a:masterClrMapping/>
  </p:clrMapOvr>
  <p:transition>
    <p:fade thruBlk="1"/>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184EC-DF1A-9B10-5170-19EFFFF20FEF}"/>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01511BD-59D4-4F2F-36BC-38BD1E6CB8E5}"/>
              </a:ext>
            </a:extLst>
          </p:cNvPr>
          <p:cNvSpPr>
            <a:spLocks noGrp="1"/>
          </p:cNvSpPr>
          <p:nvPr>
            <p:ph idx="1"/>
          </p:nvPr>
        </p:nvSpPr>
        <p:spPr/>
        <p:txBody>
          <a:bodyPr vert="horz" lIns="91440" tIns="45720" rIns="91440" bIns="45720" rtlCol="0" anchor="t">
            <a:normAutofit/>
          </a:bodyPr>
          <a:lstStyle/>
          <a:p>
            <a:pPr marL="0" indent="0">
              <a:buNone/>
            </a:pPr>
            <a:r>
              <a:rPr lang="en-US"/>
              <a:t>Limitations</a:t>
            </a:r>
            <a:endParaRPr lang="en-PH"/>
          </a:p>
          <a:p>
            <a:pPr lvl="0"/>
            <a:r>
              <a:rPr lang="en-US"/>
              <a:t>The game only runs on Windows 10 – 11 and Android 8.0 and above.</a:t>
            </a:r>
            <a:endParaRPr lang="en-PH"/>
          </a:p>
          <a:p>
            <a:pPr lvl="0"/>
            <a:r>
              <a:rPr lang="en-US"/>
              <a:t>The game only supports Lua and Python for its languages.</a:t>
            </a:r>
            <a:endParaRPr lang="en-PH"/>
          </a:p>
          <a:p>
            <a:pPr lvl="0"/>
            <a:r>
              <a:rPr lang="en-US"/>
              <a:t>The game only supports single player.</a:t>
            </a:r>
            <a:endParaRPr lang="en-PH"/>
          </a:p>
        </p:txBody>
      </p:sp>
      <p:sp>
        <p:nvSpPr>
          <p:cNvPr id="26" name="Title 6">
            <a:extLst>
              <a:ext uri="{FF2B5EF4-FFF2-40B4-BE49-F238E27FC236}">
                <a16:creationId xmlns:a16="http://schemas.microsoft.com/office/drawing/2014/main" id="{1AF4BCE0-82BE-2068-5B70-A196D8996346}"/>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D8DDD8DD-0475-3019-3CA7-FA0FFDB79F7A}"/>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3267194054"/>
      </p:ext>
    </p:extLst>
  </p:cSld>
  <p:clrMapOvr>
    <a:masterClrMapping/>
  </p:clrMapOvr>
  <p:transition>
    <p:fade thruBlk="1"/>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478CF3B-D873-6B8A-910D-99D878176154}"/>
              </a:ext>
            </a:extLst>
          </p:cNvPr>
          <p:cNvSpPr>
            <a:spLocks noGrp="1"/>
          </p:cNvSpPr>
          <p:nvPr>
            <p:ph type="ftr" sz="quarter" idx="11"/>
          </p:nvPr>
        </p:nvSpPr>
        <p:spPr/>
        <p:txBody>
          <a:bodyPr/>
          <a:lstStyle/>
          <a:p>
            <a:endParaRPr lang="en-US">
              <a:solidFill>
                <a:prstClr val="black"/>
              </a:solidFill>
            </a:endParaRPr>
          </a:p>
        </p:txBody>
      </p:sp>
    </p:spTree>
    <p:extLst>
      <p:ext uri="{BB962C8B-B14F-4D97-AF65-F5344CB8AC3E}">
        <p14:creationId xmlns:p14="http://schemas.microsoft.com/office/powerpoint/2010/main" val="1315717593"/>
      </p:ext>
    </p:extLst>
  </p:cSld>
  <p:clrMapOvr>
    <a:masterClrMapping/>
  </p:clrMapOvr>
  <p:transition>
    <p:fade thruBlk="1"/>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28AD6-5753-ABB3-8ECF-7199372E54F3}"/>
              </a:ext>
            </a:extLst>
          </p:cNvPr>
          <p:cNvSpPr>
            <a:spLocks noGrp="1"/>
          </p:cNvSpPr>
          <p:nvPr>
            <p:ph type="title"/>
          </p:nvPr>
        </p:nvSpPr>
        <p:spPr/>
        <p:txBody>
          <a:bodyPr>
            <a:normAutofit fontScale="90000"/>
          </a:bodyPr>
          <a:lstStyle/>
          <a:p>
            <a:endParaRPr lang="en-US"/>
          </a:p>
        </p:txBody>
      </p:sp>
      <p:sp>
        <p:nvSpPr>
          <p:cNvPr id="3" name="Content Placeholder 2">
            <a:extLst>
              <a:ext uri="{FF2B5EF4-FFF2-40B4-BE49-F238E27FC236}">
                <a16:creationId xmlns:a16="http://schemas.microsoft.com/office/drawing/2014/main" id="{0E8EEE29-B171-95CB-48C1-198177677D80}"/>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163D0D80-FCEC-2849-4DE2-067F6833B864}"/>
              </a:ext>
            </a:extLst>
          </p:cNvPr>
          <p:cNvSpPr>
            <a:spLocks noGrp="1"/>
          </p:cNvSpPr>
          <p:nvPr>
            <p:ph type="ftr" sz="quarter" idx="11"/>
          </p:nvPr>
        </p:nvSpPr>
        <p:spPr/>
        <p:txBody>
          <a:bodyPr/>
          <a:lstStyle/>
          <a:p>
            <a:endParaRPr lang="en-US">
              <a:solidFill>
                <a:prstClr val="black"/>
              </a:solidFill>
            </a:endParaRPr>
          </a:p>
        </p:txBody>
      </p:sp>
    </p:spTree>
    <p:extLst>
      <p:ext uri="{BB962C8B-B14F-4D97-AF65-F5344CB8AC3E}">
        <p14:creationId xmlns:p14="http://schemas.microsoft.com/office/powerpoint/2010/main" val="3356478631"/>
      </p:ext>
    </p:extLst>
  </p:cSld>
  <p:clrMapOvr>
    <a:masterClrMapping/>
  </p:clrMapOvr>
  <p:transition>
    <p:fade thruBlk="1"/>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9AB51-A635-619A-7700-2CC7EDEABA86}"/>
              </a:ext>
            </a:extLst>
          </p:cNvPr>
          <p:cNvSpPr>
            <a:spLocks noGrp="1"/>
          </p:cNvSpPr>
          <p:nvPr>
            <p:ph type="title"/>
          </p:nvPr>
        </p:nvSpPr>
        <p:spPr/>
        <p:txBody>
          <a:bodyPr>
            <a:normAutofit fontScale="90000"/>
          </a:bodyPr>
          <a:lstStyle/>
          <a:p>
            <a:endParaRPr lang="en-US"/>
          </a:p>
        </p:txBody>
      </p:sp>
      <p:sp>
        <p:nvSpPr>
          <p:cNvPr id="3" name="Content Placeholder 2">
            <a:extLst>
              <a:ext uri="{FF2B5EF4-FFF2-40B4-BE49-F238E27FC236}">
                <a16:creationId xmlns:a16="http://schemas.microsoft.com/office/drawing/2014/main" id="{731D9507-9A87-2083-48D3-B659C343548E}"/>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15D55E41-D7E6-8C38-08DB-6079E1871924}"/>
              </a:ext>
            </a:extLst>
          </p:cNvPr>
          <p:cNvSpPr>
            <a:spLocks noGrp="1"/>
          </p:cNvSpPr>
          <p:nvPr>
            <p:ph type="ftr" sz="quarter" idx="11"/>
          </p:nvPr>
        </p:nvSpPr>
        <p:spPr/>
        <p:txBody>
          <a:bodyPr/>
          <a:lstStyle/>
          <a:p>
            <a:endParaRPr lang="en-US">
              <a:solidFill>
                <a:prstClr val="black"/>
              </a:solidFill>
            </a:endParaRPr>
          </a:p>
        </p:txBody>
      </p:sp>
    </p:spTree>
    <p:extLst>
      <p:ext uri="{BB962C8B-B14F-4D97-AF65-F5344CB8AC3E}">
        <p14:creationId xmlns:p14="http://schemas.microsoft.com/office/powerpoint/2010/main" val="1772559097"/>
      </p:ext>
    </p:extLst>
  </p:cSld>
  <p:clrMapOvr>
    <a:masterClrMapping/>
  </p:clrMapOvr>
  <p:transition>
    <p:fade thruBlk="1"/>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EFAF3-5F4B-20BE-C923-54F8F8A32D0C}"/>
              </a:ext>
            </a:extLst>
          </p:cNvPr>
          <p:cNvSpPr>
            <a:spLocks noGrp="1"/>
          </p:cNvSpPr>
          <p:nvPr>
            <p:ph type="title"/>
          </p:nvPr>
        </p:nvSpPr>
        <p:spPr/>
        <p:txBody>
          <a:bodyPr>
            <a:normAutofit fontScale="90000"/>
          </a:bodyPr>
          <a:lstStyle/>
          <a:p>
            <a:endParaRPr lang="en-US"/>
          </a:p>
        </p:txBody>
      </p:sp>
      <p:sp>
        <p:nvSpPr>
          <p:cNvPr id="3" name="Content Placeholder 2">
            <a:extLst>
              <a:ext uri="{FF2B5EF4-FFF2-40B4-BE49-F238E27FC236}">
                <a16:creationId xmlns:a16="http://schemas.microsoft.com/office/drawing/2014/main" id="{A683DB7B-0B8F-3A67-D46D-17D9DB1F9397}"/>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9431A6F1-CD82-F8D7-F181-4E8A285FBC9E}"/>
              </a:ext>
            </a:extLst>
          </p:cNvPr>
          <p:cNvSpPr>
            <a:spLocks noGrp="1"/>
          </p:cNvSpPr>
          <p:nvPr>
            <p:ph type="ftr" sz="quarter" idx="11"/>
          </p:nvPr>
        </p:nvSpPr>
        <p:spPr/>
        <p:txBody>
          <a:bodyPr/>
          <a:lstStyle/>
          <a:p>
            <a:endParaRPr lang="en-US">
              <a:solidFill>
                <a:prstClr val="black"/>
              </a:solidFill>
            </a:endParaRPr>
          </a:p>
        </p:txBody>
      </p:sp>
    </p:spTree>
    <p:extLst>
      <p:ext uri="{BB962C8B-B14F-4D97-AF65-F5344CB8AC3E}">
        <p14:creationId xmlns:p14="http://schemas.microsoft.com/office/powerpoint/2010/main" val="1488899498"/>
      </p:ext>
    </p:extLst>
  </p:cSld>
  <p:clrMapOvr>
    <a:masterClrMapping/>
  </p:clrMapOvr>
  <p:transition>
    <p:fade thruBlk="1"/>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C6F66-DA13-A903-F3B0-03A34D8E1943}"/>
              </a:ext>
            </a:extLst>
          </p:cNvPr>
          <p:cNvSpPr>
            <a:spLocks noGrp="1"/>
          </p:cNvSpPr>
          <p:nvPr>
            <p:ph type="title"/>
          </p:nvPr>
        </p:nvSpPr>
        <p:spPr/>
        <p:txBody>
          <a:bodyPr>
            <a:normAutofit fontScale="90000"/>
          </a:bodyPr>
          <a:lstStyle/>
          <a:p>
            <a:endParaRPr lang="en-US"/>
          </a:p>
        </p:txBody>
      </p:sp>
      <p:sp>
        <p:nvSpPr>
          <p:cNvPr id="3" name="Content Placeholder 2">
            <a:extLst>
              <a:ext uri="{FF2B5EF4-FFF2-40B4-BE49-F238E27FC236}">
                <a16:creationId xmlns:a16="http://schemas.microsoft.com/office/drawing/2014/main" id="{8BC2D40F-7249-1E0D-14B3-A58089DFAF6B}"/>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2F28F455-E5DC-F261-19F8-EBA86212122D}"/>
              </a:ext>
            </a:extLst>
          </p:cNvPr>
          <p:cNvSpPr>
            <a:spLocks noGrp="1"/>
          </p:cNvSpPr>
          <p:nvPr>
            <p:ph type="ftr" sz="quarter" idx="11"/>
          </p:nvPr>
        </p:nvSpPr>
        <p:spPr/>
        <p:txBody>
          <a:bodyPr/>
          <a:lstStyle/>
          <a:p>
            <a:endParaRPr lang="en-US">
              <a:solidFill>
                <a:prstClr val="black"/>
              </a:solidFill>
            </a:endParaRPr>
          </a:p>
        </p:txBody>
      </p:sp>
    </p:spTree>
    <p:extLst>
      <p:ext uri="{BB962C8B-B14F-4D97-AF65-F5344CB8AC3E}">
        <p14:creationId xmlns:p14="http://schemas.microsoft.com/office/powerpoint/2010/main" val="1967501587"/>
      </p:ext>
    </p:extLst>
  </p:cSld>
  <p:clrMapOvr>
    <a:masterClrMapping/>
  </p:clrMapOvr>
  <p:transition>
    <p:fade thruBlk="1"/>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BA041-75C5-1B86-F556-1440A2FA48DA}"/>
              </a:ext>
            </a:extLst>
          </p:cNvPr>
          <p:cNvSpPr>
            <a:spLocks noGrp="1"/>
          </p:cNvSpPr>
          <p:nvPr>
            <p:ph type="title"/>
          </p:nvPr>
        </p:nvSpPr>
        <p:spPr/>
        <p:txBody>
          <a:bodyPr>
            <a:normAutofit fontScale="90000"/>
          </a:bodyPr>
          <a:lstStyle/>
          <a:p>
            <a:r>
              <a:rPr lang="en-US">
                <a:ea typeface="Calibri"/>
                <a:cs typeface="Calibri"/>
              </a:rPr>
              <a:t>Transcript of Records</a:t>
            </a:r>
            <a:endParaRPr lang="en-US"/>
          </a:p>
        </p:txBody>
      </p:sp>
      <p:sp>
        <p:nvSpPr>
          <p:cNvPr id="4" name="Footer Placeholder 3">
            <a:extLst>
              <a:ext uri="{FF2B5EF4-FFF2-40B4-BE49-F238E27FC236}">
                <a16:creationId xmlns:a16="http://schemas.microsoft.com/office/drawing/2014/main" id="{9E3E998F-2295-D6DA-AACD-6095A7EDC882}"/>
              </a:ext>
            </a:extLst>
          </p:cNvPr>
          <p:cNvSpPr>
            <a:spLocks noGrp="1"/>
          </p:cNvSpPr>
          <p:nvPr>
            <p:ph type="ftr" sz="quarter" idx="11"/>
          </p:nvPr>
        </p:nvSpPr>
        <p:spPr>
          <a:xfrm>
            <a:off x="118093" y="6405831"/>
            <a:ext cx="3860800" cy="365125"/>
          </a:xfrm>
        </p:spPr>
        <p:txBody>
          <a:bodyPr lIns="91440" tIns="45720" rIns="91440" bIns="45720" anchor="t"/>
          <a:lstStyle/>
          <a:p>
            <a:r>
              <a:rPr lang="en-US">
                <a:solidFill>
                  <a:prstClr val="black"/>
                </a:solidFill>
                <a:ea typeface="Calibri"/>
                <a:cs typeface="Calibri"/>
              </a:rPr>
              <a:t>STI College San Jose Del Monte</a:t>
            </a:r>
          </a:p>
          <a:p>
            <a:endParaRPr lang="en-US">
              <a:solidFill>
                <a:prstClr val="black"/>
              </a:solidFill>
              <a:ea typeface="Calibri"/>
              <a:cs typeface="Calibri"/>
            </a:endParaRPr>
          </a:p>
        </p:txBody>
      </p:sp>
      <p:pic>
        <p:nvPicPr>
          <p:cNvPr id="9" name="Content Placeholder 8" descr="A screenshot of a graph&#10;&#10;AI-generated content may be incorrect.">
            <a:extLst>
              <a:ext uri="{FF2B5EF4-FFF2-40B4-BE49-F238E27FC236}">
                <a16:creationId xmlns:a16="http://schemas.microsoft.com/office/drawing/2014/main" id="{2B88B764-1872-BFA1-6DCF-B2AA9F65D476}"/>
              </a:ext>
            </a:extLst>
          </p:cNvPr>
          <p:cNvPicPr>
            <a:picLocks noGrp="1" noChangeAspect="1"/>
          </p:cNvPicPr>
          <p:nvPr>
            <p:ph idx="1"/>
          </p:nvPr>
        </p:nvPicPr>
        <p:blipFill>
          <a:blip r:embed="rId2"/>
          <a:srcRect t="929" r="154"/>
          <a:stretch>
            <a:fillRect/>
          </a:stretch>
        </p:blipFill>
        <p:spPr>
          <a:xfrm>
            <a:off x="3164301" y="1455058"/>
            <a:ext cx="5872483" cy="4831482"/>
          </a:xfrm>
          <a:prstGeom prst="rect">
            <a:avLst/>
          </a:prstGeom>
        </p:spPr>
      </p:pic>
    </p:spTree>
    <p:extLst>
      <p:ext uri="{BB962C8B-B14F-4D97-AF65-F5344CB8AC3E}">
        <p14:creationId xmlns:p14="http://schemas.microsoft.com/office/powerpoint/2010/main" val="1641006016"/>
      </p:ext>
    </p:extLst>
  </p:cSld>
  <p:clrMapOvr>
    <a:masterClrMapping/>
  </p:clrMapOvr>
  <p:transition>
    <p:fade thruBlk="1"/>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E5388-819D-794D-FFE3-163F71AED904}"/>
              </a:ext>
            </a:extLst>
          </p:cNvPr>
          <p:cNvSpPr>
            <a:spLocks noGrp="1"/>
          </p:cNvSpPr>
          <p:nvPr>
            <p:ph type="title"/>
          </p:nvPr>
        </p:nvSpPr>
        <p:spPr/>
        <p:txBody>
          <a:bodyPr>
            <a:normAutofit fontScale="90000"/>
          </a:bodyPr>
          <a:lstStyle/>
          <a:p>
            <a:r>
              <a:rPr lang="en-US" sz="4000">
                <a:ea typeface="Calibri"/>
                <a:cs typeface="Calibri"/>
              </a:rPr>
              <a:t>Transcript of Records</a:t>
            </a:r>
            <a:endParaRPr lang="en-US" sz="4000" b="0">
              <a:ea typeface="Calibri"/>
              <a:cs typeface="Calibri"/>
            </a:endParaRPr>
          </a:p>
          <a:p>
            <a:endParaRPr lang="en-US">
              <a:ea typeface="Calibri"/>
              <a:cs typeface="Calibri"/>
            </a:endParaRPr>
          </a:p>
        </p:txBody>
      </p:sp>
      <p:pic>
        <p:nvPicPr>
          <p:cNvPr id="5" name="Content Placeholder 4" descr="A screenshot of a graph&#10;&#10;AI-generated content may be incorrect.">
            <a:extLst>
              <a:ext uri="{FF2B5EF4-FFF2-40B4-BE49-F238E27FC236}">
                <a16:creationId xmlns:a16="http://schemas.microsoft.com/office/drawing/2014/main" id="{72288E35-72DC-D46F-8748-CFA0913A344F}"/>
              </a:ext>
            </a:extLst>
          </p:cNvPr>
          <p:cNvPicPr>
            <a:picLocks noGrp="1" noChangeAspect="1"/>
          </p:cNvPicPr>
          <p:nvPr>
            <p:ph idx="1"/>
          </p:nvPr>
        </p:nvPicPr>
        <p:blipFill>
          <a:blip r:embed="rId2"/>
          <a:stretch>
            <a:fillRect/>
          </a:stretch>
        </p:blipFill>
        <p:spPr>
          <a:xfrm>
            <a:off x="3352800" y="1633539"/>
            <a:ext cx="5486400" cy="4810125"/>
          </a:xfrm>
          <a:prstGeom prst="rect">
            <a:avLst/>
          </a:prstGeom>
        </p:spPr>
      </p:pic>
      <p:sp>
        <p:nvSpPr>
          <p:cNvPr id="4" name="Footer Placeholder 3">
            <a:extLst>
              <a:ext uri="{FF2B5EF4-FFF2-40B4-BE49-F238E27FC236}">
                <a16:creationId xmlns:a16="http://schemas.microsoft.com/office/drawing/2014/main" id="{C765B859-F491-55E6-B05C-A8AB6A29DBCF}"/>
              </a:ext>
            </a:extLst>
          </p:cNvPr>
          <p:cNvSpPr>
            <a:spLocks noGrp="1"/>
          </p:cNvSpPr>
          <p:nvPr>
            <p:ph type="ftr" sz="quarter" idx="11"/>
          </p:nvPr>
        </p:nvSpPr>
        <p:spPr>
          <a:xfrm>
            <a:off x="88405" y="6346455"/>
            <a:ext cx="3860800" cy="365125"/>
          </a:xfrm>
        </p:spPr>
        <p:txBody>
          <a:bodyPr lIns="91440" tIns="45720" rIns="91440" bIns="45720" anchor="t"/>
          <a:lstStyle/>
          <a:p>
            <a:r>
              <a:rPr lang="en-US">
                <a:solidFill>
                  <a:prstClr val="black"/>
                </a:solidFill>
                <a:ea typeface="Calibri"/>
                <a:cs typeface="Calibri"/>
              </a:rPr>
              <a:t>STI College San Jose Del Monte</a:t>
            </a:r>
          </a:p>
          <a:p>
            <a:endParaRPr lang="en-US">
              <a:solidFill>
                <a:prstClr val="black"/>
              </a:solidFill>
              <a:ea typeface="Calibri"/>
              <a:cs typeface="Calibri"/>
            </a:endParaRPr>
          </a:p>
          <a:p>
            <a:endParaRPr lang="en-US">
              <a:solidFill>
                <a:prstClr val="black"/>
              </a:solidFill>
              <a:ea typeface="Calibri"/>
              <a:cs typeface="Calibri"/>
            </a:endParaRPr>
          </a:p>
        </p:txBody>
      </p:sp>
    </p:spTree>
    <p:extLst>
      <p:ext uri="{BB962C8B-B14F-4D97-AF65-F5344CB8AC3E}">
        <p14:creationId xmlns:p14="http://schemas.microsoft.com/office/powerpoint/2010/main" val="2377534179"/>
      </p:ext>
    </p:extLst>
  </p:cSld>
  <p:clrMapOvr>
    <a:masterClrMapping/>
  </p:clrMapOvr>
  <p:transition>
    <p:fade thruBlk="1"/>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C1E34-9AFE-11A9-4FFF-3E2E72941AAF}"/>
              </a:ext>
            </a:extLst>
          </p:cNvPr>
          <p:cNvSpPr>
            <a:spLocks noGrp="1"/>
          </p:cNvSpPr>
          <p:nvPr>
            <p:ph type="title"/>
          </p:nvPr>
        </p:nvSpPr>
        <p:spPr/>
        <p:txBody>
          <a:bodyPr>
            <a:normAutofit fontScale="90000"/>
          </a:bodyPr>
          <a:lstStyle/>
          <a:p>
            <a:r>
              <a:rPr lang="en-US">
                <a:ea typeface="Calibri"/>
                <a:cs typeface="Calibri"/>
              </a:rPr>
              <a:t>Transcript of Records</a:t>
            </a:r>
            <a:endParaRPr lang="en-US"/>
          </a:p>
        </p:txBody>
      </p:sp>
      <p:pic>
        <p:nvPicPr>
          <p:cNvPr id="5" name="Content Placeholder 4" descr="A screenshot of a graph&#10;&#10;AI-generated content may be incorrect.">
            <a:extLst>
              <a:ext uri="{FF2B5EF4-FFF2-40B4-BE49-F238E27FC236}">
                <a16:creationId xmlns:a16="http://schemas.microsoft.com/office/drawing/2014/main" id="{92BEB8AB-6D4B-22E4-AF9A-2297F88B3034}"/>
              </a:ext>
            </a:extLst>
          </p:cNvPr>
          <p:cNvPicPr>
            <a:picLocks noGrp="1" noChangeAspect="1"/>
          </p:cNvPicPr>
          <p:nvPr>
            <p:ph idx="1"/>
          </p:nvPr>
        </p:nvPicPr>
        <p:blipFill>
          <a:blip r:embed="rId2"/>
          <a:stretch>
            <a:fillRect/>
          </a:stretch>
        </p:blipFill>
        <p:spPr>
          <a:xfrm>
            <a:off x="3332479" y="1600201"/>
            <a:ext cx="5527041" cy="4876801"/>
          </a:xfrm>
          <a:prstGeom prst="rect">
            <a:avLst/>
          </a:prstGeom>
        </p:spPr>
      </p:pic>
      <p:sp>
        <p:nvSpPr>
          <p:cNvPr id="4" name="Footer Placeholder 3">
            <a:extLst>
              <a:ext uri="{FF2B5EF4-FFF2-40B4-BE49-F238E27FC236}">
                <a16:creationId xmlns:a16="http://schemas.microsoft.com/office/drawing/2014/main" id="{40D00364-47DE-59A2-941F-4326257F6A36}"/>
              </a:ext>
            </a:extLst>
          </p:cNvPr>
          <p:cNvSpPr>
            <a:spLocks noGrp="1"/>
          </p:cNvSpPr>
          <p:nvPr>
            <p:ph type="ftr" sz="quarter" idx="11"/>
          </p:nvPr>
        </p:nvSpPr>
        <p:spPr>
          <a:xfrm>
            <a:off x="177470" y="6366247"/>
            <a:ext cx="3860800" cy="365125"/>
          </a:xfrm>
        </p:spPr>
        <p:txBody>
          <a:bodyPr lIns="91440" tIns="45720" rIns="91440" bIns="45720" anchor="t"/>
          <a:lstStyle/>
          <a:p>
            <a:r>
              <a:rPr lang="en-US">
                <a:solidFill>
                  <a:prstClr val="black"/>
                </a:solidFill>
                <a:ea typeface="Calibri"/>
                <a:cs typeface="Calibri"/>
              </a:rPr>
              <a:t>STI College San Jose Del Monte</a:t>
            </a:r>
          </a:p>
          <a:p>
            <a:endParaRPr lang="en-US">
              <a:solidFill>
                <a:prstClr val="black"/>
              </a:solidFill>
              <a:ea typeface="Calibri"/>
              <a:cs typeface="Calibri"/>
            </a:endParaRPr>
          </a:p>
          <a:p>
            <a:endParaRPr lang="en-US">
              <a:solidFill>
                <a:prstClr val="black"/>
              </a:solidFill>
              <a:ea typeface="Calibri"/>
              <a:cs typeface="Calibri"/>
            </a:endParaRPr>
          </a:p>
        </p:txBody>
      </p:sp>
    </p:spTree>
    <p:extLst>
      <p:ext uri="{BB962C8B-B14F-4D97-AF65-F5344CB8AC3E}">
        <p14:creationId xmlns:p14="http://schemas.microsoft.com/office/powerpoint/2010/main" val="1029441286"/>
      </p:ext>
    </p:extLst>
  </p:cSld>
  <p:clrMapOvr>
    <a:masterClrMapping/>
  </p:clrMapOvr>
  <p:transition>
    <p:fade thruBlk="1"/>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04917-AE3D-FB00-BCC4-945314843AC3}"/>
              </a:ext>
            </a:extLst>
          </p:cNvPr>
          <p:cNvSpPr>
            <a:spLocks noGrp="1"/>
          </p:cNvSpPr>
          <p:nvPr>
            <p:ph type="title"/>
          </p:nvPr>
        </p:nvSpPr>
        <p:spPr/>
        <p:txBody>
          <a:bodyPr>
            <a:normAutofit fontScale="90000"/>
          </a:bodyPr>
          <a:lstStyle/>
          <a:p>
            <a:r>
              <a:rPr lang="en-US">
                <a:ea typeface="Calibri"/>
                <a:cs typeface="Calibri"/>
              </a:rPr>
              <a:t>Transcript of Records</a:t>
            </a:r>
            <a:endParaRPr lang="en-US"/>
          </a:p>
        </p:txBody>
      </p:sp>
      <p:pic>
        <p:nvPicPr>
          <p:cNvPr id="5" name="Content Placeholder 4" descr="A screenshot of a graph&#10;&#10;AI-generated content may be incorrect.">
            <a:extLst>
              <a:ext uri="{FF2B5EF4-FFF2-40B4-BE49-F238E27FC236}">
                <a16:creationId xmlns:a16="http://schemas.microsoft.com/office/drawing/2014/main" id="{7A2FEB47-FD79-B634-3ADD-CF4ED09CE277}"/>
              </a:ext>
            </a:extLst>
          </p:cNvPr>
          <p:cNvPicPr>
            <a:picLocks noGrp="1" noChangeAspect="1"/>
          </p:cNvPicPr>
          <p:nvPr>
            <p:ph idx="1"/>
          </p:nvPr>
        </p:nvPicPr>
        <p:blipFill>
          <a:blip r:embed="rId2"/>
          <a:stretch>
            <a:fillRect/>
          </a:stretch>
        </p:blipFill>
        <p:spPr>
          <a:xfrm>
            <a:off x="3179628" y="1600201"/>
            <a:ext cx="5832744" cy="4876801"/>
          </a:xfrm>
          <a:prstGeom prst="rect">
            <a:avLst/>
          </a:prstGeom>
        </p:spPr>
      </p:pic>
      <p:sp>
        <p:nvSpPr>
          <p:cNvPr id="4" name="Footer Placeholder 3">
            <a:extLst>
              <a:ext uri="{FF2B5EF4-FFF2-40B4-BE49-F238E27FC236}">
                <a16:creationId xmlns:a16="http://schemas.microsoft.com/office/drawing/2014/main" id="{CC944097-66F7-B75A-D36E-3FD05865523F}"/>
              </a:ext>
            </a:extLst>
          </p:cNvPr>
          <p:cNvSpPr>
            <a:spLocks noGrp="1"/>
          </p:cNvSpPr>
          <p:nvPr>
            <p:ph type="ftr" sz="quarter" idx="11"/>
          </p:nvPr>
        </p:nvSpPr>
        <p:spPr>
          <a:xfrm>
            <a:off x="1814" y="6374494"/>
            <a:ext cx="3860800" cy="365125"/>
          </a:xfrm>
        </p:spPr>
        <p:txBody>
          <a:bodyPr lIns="91440" tIns="45720" rIns="91440" bIns="45720" anchor="t"/>
          <a:lstStyle/>
          <a:p>
            <a:r>
              <a:rPr lang="en-US">
                <a:solidFill>
                  <a:prstClr val="black"/>
                </a:solidFill>
                <a:ea typeface="Calibri"/>
                <a:cs typeface="Calibri"/>
              </a:rPr>
              <a:t>STI College San Jose Del Monte</a:t>
            </a:r>
          </a:p>
          <a:p>
            <a:endParaRPr lang="en-US">
              <a:solidFill>
                <a:prstClr val="black"/>
              </a:solidFill>
              <a:ea typeface="Calibri"/>
              <a:cs typeface="Calibri"/>
            </a:endParaRPr>
          </a:p>
          <a:p>
            <a:endParaRPr lang="en-US">
              <a:solidFill>
                <a:prstClr val="black"/>
              </a:solidFill>
              <a:ea typeface="Calibri"/>
              <a:cs typeface="Calibri"/>
            </a:endParaRPr>
          </a:p>
        </p:txBody>
      </p:sp>
    </p:spTree>
    <p:extLst>
      <p:ext uri="{BB962C8B-B14F-4D97-AF65-F5344CB8AC3E}">
        <p14:creationId xmlns:p14="http://schemas.microsoft.com/office/powerpoint/2010/main" val="1094523038"/>
      </p:ext>
    </p:extLst>
  </p:cSld>
  <p:clrMapOvr>
    <a:masterClrMapping/>
  </p:clrMapOvr>
  <p:transition>
    <p:fade thruBlk="1"/>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32D4B-1023-E117-9F7C-CD370504DEDC}"/>
              </a:ext>
            </a:extLst>
          </p:cNvPr>
          <p:cNvSpPr>
            <a:spLocks noGrp="1"/>
          </p:cNvSpPr>
          <p:nvPr>
            <p:ph type="title"/>
          </p:nvPr>
        </p:nvSpPr>
        <p:spPr/>
        <p:txBody>
          <a:bodyPr>
            <a:normAutofit fontScale="90000"/>
          </a:bodyPr>
          <a:lstStyle/>
          <a:p>
            <a:r>
              <a:rPr lang="en-US">
                <a:ea typeface="Calibri"/>
                <a:cs typeface="Calibri"/>
              </a:rPr>
              <a:t>Transcript of Records</a:t>
            </a:r>
            <a:endParaRPr lang="en-US"/>
          </a:p>
        </p:txBody>
      </p:sp>
      <p:pic>
        <p:nvPicPr>
          <p:cNvPr id="5" name="Content Placeholder 4" descr="A screenshot of a graph&#10;&#10;AI-generated content may be incorrect.">
            <a:extLst>
              <a:ext uri="{FF2B5EF4-FFF2-40B4-BE49-F238E27FC236}">
                <a16:creationId xmlns:a16="http://schemas.microsoft.com/office/drawing/2014/main" id="{87F42BAB-F722-D14F-74B6-24A1A9171B68}"/>
              </a:ext>
            </a:extLst>
          </p:cNvPr>
          <p:cNvPicPr>
            <a:picLocks noGrp="1" noChangeAspect="1"/>
          </p:cNvPicPr>
          <p:nvPr>
            <p:ph idx="1"/>
          </p:nvPr>
        </p:nvPicPr>
        <p:blipFill>
          <a:blip r:embed="rId2"/>
          <a:stretch>
            <a:fillRect/>
          </a:stretch>
        </p:blipFill>
        <p:spPr>
          <a:xfrm>
            <a:off x="3194377" y="1600201"/>
            <a:ext cx="5803245" cy="4876801"/>
          </a:xfrm>
          <a:prstGeom prst="rect">
            <a:avLst/>
          </a:prstGeom>
        </p:spPr>
      </p:pic>
      <p:sp>
        <p:nvSpPr>
          <p:cNvPr id="4" name="Footer Placeholder 3">
            <a:extLst>
              <a:ext uri="{FF2B5EF4-FFF2-40B4-BE49-F238E27FC236}">
                <a16:creationId xmlns:a16="http://schemas.microsoft.com/office/drawing/2014/main" id="{0C83D0CC-3861-1086-BF4A-4B2408AE8AA6}"/>
              </a:ext>
            </a:extLst>
          </p:cNvPr>
          <p:cNvSpPr>
            <a:spLocks noGrp="1"/>
          </p:cNvSpPr>
          <p:nvPr>
            <p:ph type="ftr" sz="quarter" idx="11"/>
          </p:nvPr>
        </p:nvSpPr>
        <p:spPr>
          <a:xfrm>
            <a:off x="-660" y="6405831"/>
            <a:ext cx="3860800" cy="365125"/>
          </a:xfrm>
        </p:spPr>
        <p:txBody>
          <a:bodyPr lIns="91440" tIns="45720" rIns="91440" bIns="45720" anchor="t"/>
          <a:lstStyle/>
          <a:p>
            <a:r>
              <a:rPr lang="en-US">
                <a:solidFill>
                  <a:prstClr val="black"/>
                </a:solidFill>
                <a:ea typeface="Calibri"/>
                <a:cs typeface="Calibri"/>
              </a:rPr>
              <a:t>STI College San Jose Del Monte</a:t>
            </a:r>
          </a:p>
          <a:p>
            <a:endParaRPr lang="en-US">
              <a:solidFill>
                <a:prstClr val="black"/>
              </a:solidFill>
              <a:ea typeface="Calibri"/>
              <a:cs typeface="Calibri"/>
            </a:endParaRPr>
          </a:p>
          <a:p>
            <a:endParaRPr lang="en-US">
              <a:solidFill>
                <a:prstClr val="black"/>
              </a:solidFill>
              <a:ea typeface="Calibri"/>
              <a:cs typeface="Calibri"/>
            </a:endParaRPr>
          </a:p>
        </p:txBody>
      </p:sp>
    </p:spTree>
    <p:extLst>
      <p:ext uri="{BB962C8B-B14F-4D97-AF65-F5344CB8AC3E}">
        <p14:creationId xmlns:p14="http://schemas.microsoft.com/office/powerpoint/2010/main" val="4032408361"/>
      </p:ext>
    </p:extLst>
  </p:cSld>
  <p:clrMapOvr>
    <a:masterClrMapping/>
  </p:clrMapOvr>
  <p:transition>
    <p:fade thruBlk="1"/>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2C117-EAD7-BF39-778E-9E700B53655D}"/>
              </a:ext>
            </a:extLst>
          </p:cNvPr>
          <p:cNvSpPr>
            <a:spLocks noGrp="1"/>
          </p:cNvSpPr>
          <p:nvPr>
            <p:ph type="title"/>
          </p:nvPr>
        </p:nvSpPr>
        <p:spPr/>
        <p:txBody>
          <a:bodyPr>
            <a:normAutofit fontScale="90000"/>
          </a:bodyPr>
          <a:lstStyle/>
          <a:p>
            <a:r>
              <a:rPr lang="en-US">
                <a:ea typeface="Calibri"/>
                <a:cs typeface="Calibri"/>
              </a:rPr>
              <a:t>Transcript of Records</a:t>
            </a:r>
            <a:endParaRPr lang="en-US"/>
          </a:p>
        </p:txBody>
      </p:sp>
      <p:pic>
        <p:nvPicPr>
          <p:cNvPr id="5" name="Content Placeholder 4" descr="A screenshot of a computer&#10;&#10;AI-generated content may be incorrect.">
            <a:extLst>
              <a:ext uri="{FF2B5EF4-FFF2-40B4-BE49-F238E27FC236}">
                <a16:creationId xmlns:a16="http://schemas.microsoft.com/office/drawing/2014/main" id="{2E67AB6D-4A42-DBF2-94C0-8AED492D9C40}"/>
              </a:ext>
            </a:extLst>
          </p:cNvPr>
          <p:cNvPicPr>
            <a:picLocks noGrp="1" noChangeAspect="1"/>
          </p:cNvPicPr>
          <p:nvPr>
            <p:ph idx="1"/>
          </p:nvPr>
        </p:nvPicPr>
        <p:blipFill>
          <a:blip r:embed="rId2"/>
          <a:stretch>
            <a:fillRect/>
          </a:stretch>
        </p:blipFill>
        <p:spPr>
          <a:xfrm>
            <a:off x="3284667" y="1600201"/>
            <a:ext cx="5622665" cy="4876801"/>
          </a:xfrm>
          <a:prstGeom prst="rect">
            <a:avLst/>
          </a:prstGeom>
        </p:spPr>
      </p:pic>
      <p:sp>
        <p:nvSpPr>
          <p:cNvPr id="4" name="Footer Placeholder 3">
            <a:extLst>
              <a:ext uri="{FF2B5EF4-FFF2-40B4-BE49-F238E27FC236}">
                <a16:creationId xmlns:a16="http://schemas.microsoft.com/office/drawing/2014/main" id="{E17912B7-1906-9C6A-1B8F-B06C9EB8514D}"/>
              </a:ext>
            </a:extLst>
          </p:cNvPr>
          <p:cNvSpPr>
            <a:spLocks noGrp="1"/>
          </p:cNvSpPr>
          <p:nvPr>
            <p:ph type="ftr" sz="quarter" idx="11"/>
          </p:nvPr>
        </p:nvSpPr>
        <p:spPr>
          <a:xfrm>
            <a:off x="1814" y="6392637"/>
            <a:ext cx="3860800" cy="365125"/>
          </a:xfrm>
        </p:spPr>
        <p:txBody>
          <a:bodyPr lIns="91440" tIns="45720" rIns="91440" bIns="45720" anchor="t"/>
          <a:lstStyle/>
          <a:p>
            <a:r>
              <a:rPr lang="en-US">
                <a:solidFill>
                  <a:prstClr val="black"/>
                </a:solidFill>
                <a:ea typeface="Calibri"/>
                <a:cs typeface="Calibri"/>
              </a:rPr>
              <a:t>STI College San Jose Del Monte</a:t>
            </a:r>
          </a:p>
          <a:p>
            <a:endParaRPr lang="en-US">
              <a:solidFill>
                <a:prstClr val="black"/>
              </a:solidFill>
              <a:ea typeface="Calibri"/>
              <a:cs typeface="Calibri"/>
            </a:endParaRPr>
          </a:p>
          <a:p>
            <a:endParaRPr lang="en-US">
              <a:solidFill>
                <a:prstClr val="black"/>
              </a:solidFill>
              <a:ea typeface="Calibri"/>
              <a:cs typeface="Calibri"/>
            </a:endParaRPr>
          </a:p>
        </p:txBody>
      </p:sp>
    </p:spTree>
    <p:extLst>
      <p:ext uri="{BB962C8B-B14F-4D97-AF65-F5344CB8AC3E}">
        <p14:creationId xmlns:p14="http://schemas.microsoft.com/office/powerpoint/2010/main" val="3806591168"/>
      </p:ext>
    </p:extLst>
  </p:cSld>
  <p:clrMapOvr>
    <a:masterClrMapping/>
  </p:clrMapOvr>
  <p:transition>
    <p:fade thruBlk="1"/>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D0066-6E09-8E00-9C83-D76E2390E21A}"/>
              </a:ext>
            </a:extLst>
          </p:cNvPr>
          <p:cNvSpPr>
            <a:spLocks noGrp="1"/>
          </p:cNvSpPr>
          <p:nvPr>
            <p:ph type="title"/>
          </p:nvPr>
        </p:nvSpPr>
        <p:spPr/>
        <p:txBody>
          <a:bodyPr>
            <a:normAutofit fontScale="90000"/>
          </a:bodyPr>
          <a:lstStyle/>
          <a:p>
            <a:r>
              <a:rPr lang="en-US">
                <a:ea typeface="Calibri"/>
                <a:cs typeface="Calibri"/>
              </a:rPr>
              <a:t>Transcript of Records</a:t>
            </a:r>
            <a:endParaRPr lang="en-US"/>
          </a:p>
        </p:txBody>
      </p:sp>
      <p:pic>
        <p:nvPicPr>
          <p:cNvPr id="5" name="Content Placeholder 4" descr="A screenshot of a computer&#10;&#10;AI-generated content may be incorrect.">
            <a:extLst>
              <a:ext uri="{FF2B5EF4-FFF2-40B4-BE49-F238E27FC236}">
                <a16:creationId xmlns:a16="http://schemas.microsoft.com/office/drawing/2014/main" id="{7022A573-7EE1-689F-505D-3B400A0557FC}"/>
              </a:ext>
            </a:extLst>
          </p:cNvPr>
          <p:cNvPicPr>
            <a:picLocks noGrp="1" noChangeAspect="1"/>
          </p:cNvPicPr>
          <p:nvPr>
            <p:ph idx="1"/>
          </p:nvPr>
        </p:nvPicPr>
        <p:blipFill>
          <a:blip r:embed="rId2"/>
          <a:stretch>
            <a:fillRect/>
          </a:stretch>
        </p:blipFill>
        <p:spPr>
          <a:xfrm>
            <a:off x="3319033" y="1600201"/>
            <a:ext cx="5553934" cy="4876801"/>
          </a:xfrm>
          <a:prstGeom prst="rect">
            <a:avLst/>
          </a:prstGeom>
        </p:spPr>
      </p:pic>
      <p:sp>
        <p:nvSpPr>
          <p:cNvPr id="4" name="Footer Placeholder 3">
            <a:extLst>
              <a:ext uri="{FF2B5EF4-FFF2-40B4-BE49-F238E27FC236}">
                <a16:creationId xmlns:a16="http://schemas.microsoft.com/office/drawing/2014/main" id="{7C3C2C99-10BD-B342-B9D4-2E933071D276}"/>
              </a:ext>
            </a:extLst>
          </p:cNvPr>
          <p:cNvSpPr>
            <a:spLocks noGrp="1"/>
          </p:cNvSpPr>
          <p:nvPr>
            <p:ph type="ftr" sz="quarter" idx="11"/>
          </p:nvPr>
        </p:nvSpPr>
        <p:spPr>
          <a:xfrm>
            <a:off x="-660" y="6475104"/>
            <a:ext cx="3860800" cy="365125"/>
          </a:xfrm>
        </p:spPr>
        <p:txBody>
          <a:bodyPr lIns="91440" tIns="45720" rIns="91440" bIns="45720" anchor="t"/>
          <a:lstStyle/>
          <a:p>
            <a:r>
              <a:rPr lang="en-US">
                <a:solidFill>
                  <a:prstClr val="black"/>
                </a:solidFill>
                <a:ea typeface="Calibri"/>
                <a:cs typeface="Calibri"/>
              </a:rPr>
              <a:t>STI College San Jose Del Monte</a:t>
            </a:r>
          </a:p>
          <a:p>
            <a:endParaRPr lang="en-US">
              <a:solidFill>
                <a:prstClr val="black"/>
              </a:solidFill>
              <a:ea typeface="Calibri"/>
              <a:cs typeface="Calibri"/>
            </a:endParaRPr>
          </a:p>
          <a:p>
            <a:endParaRPr lang="en-US">
              <a:solidFill>
                <a:prstClr val="black"/>
              </a:solidFill>
              <a:ea typeface="Calibri"/>
              <a:cs typeface="Calibri"/>
            </a:endParaRPr>
          </a:p>
        </p:txBody>
      </p:sp>
    </p:spTree>
    <p:extLst>
      <p:ext uri="{BB962C8B-B14F-4D97-AF65-F5344CB8AC3E}">
        <p14:creationId xmlns:p14="http://schemas.microsoft.com/office/powerpoint/2010/main" val="873706100"/>
      </p:ext>
    </p:extLst>
  </p:cSld>
  <p:clrMapOvr>
    <a:masterClrMapping/>
  </p:clrMapOvr>
  <p:transition>
    <p:fade thruBlk="1"/>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D809F-37D5-CD43-70E1-459616AFDAF8}"/>
              </a:ext>
            </a:extLst>
          </p:cNvPr>
          <p:cNvSpPr>
            <a:spLocks noGrp="1"/>
          </p:cNvSpPr>
          <p:nvPr>
            <p:ph type="title"/>
          </p:nvPr>
        </p:nvSpPr>
        <p:spPr/>
        <p:txBody>
          <a:bodyPr>
            <a:normAutofit fontScale="90000"/>
          </a:bodyPr>
          <a:lstStyle/>
          <a:p>
            <a:r>
              <a:rPr lang="en-US">
                <a:ea typeface="Calibri"/>
                <a:cs typeface="Calibri"/>
              </a:rPr>
              <a:t>Transcript of Records</a:t>
            </a:r>
            <a:endParaRPr lang="en-US"/>
          </a:p>
        </p:txBody>
      </p:sp>
      <p:pic>
        <p:nvPicPr>
          <p:cNvPr id="5" name="Content Placeholder 4" descr="A pie chart with different colored circles&#10;&#10;AI-generated content may be incorrect.">
            <a:extLst>
              <a:ext uri="{FF2B5EF4-FFF2-40B4-BE49-F238E27FC236}">
                <a16:creationId xmlns:a16="http://schemas.microsoft.com/office/drawing/2014/main" id="{7D9DFEC8-F076-D3B6-0E7B-4666B94CB385}"/>
              </a:ext>
            </a:extLst>
          </p:cNvPr>
          <p:cNvPicPr>
            <a:picLocks noGrp="1" noChangeAspect="1"/>
          </p:cNvPicPr>
          <p:nvPr>
            <p:ph idx="1"/>
          </p:nvPr>
        </p:nvPicPr>
        <p:blipFill>
          <a:blip r:embed="rId2"/>
          <a:stretch>
            <a:fillRect/>
          </a:stretch>
        </p:blipFill>
        <p:spPr>
          <a:xfrm>
            <a:off x="2395537" y="2481264"/>
            <a:ext cx="7400925" cy="3114675"/>
          </a:xfrm>
          <a:prstGeom prst="rect">
            <a:avLst/>
          </a:prstGeom>
        </p:spPr>
      </p:pic>
      <p:sp>
        <p:nvSpPr>
          <p:cNvPr id="4" name="Footer Placeholder 3">
            <a:extLst>
              <a:ext uri="{FF2B5EF4-FFF2-40B4-BE49-F238E27FC236}">
                <a16:creationId xmlns:a16="http://schemas.microsoft.com/office/drawing/2014/main" id="{E8C67D54-A238-5AB6-56BA-7DD6D82BA2DD}"/>
              </a:ext>
            </a:extLst>
          </p:cNvPr>
          <p:cNvSpPr>
            <a:spLocks noGrp="1"/>
          </p:cNvSpPr>
          <p:nvPr>
            <p:ph type="ftr" sz="quarter" idx="11"/>
          </p:nvPr>
        </p:nvSpPr>
        <p:spPr/>
        <p:txBody>
          <a:bodyPr lIns="91440" tIns="45720" rIns="91440" bIns="45720" anchor="t"/>
          <a:lstStyle/>
          <a:p>
            <a:r>
              <a:rPr lang="en-US">
                <a:solidFill>
                  <a:prstClr val="black"/>
                </a:solidFill>
                <a:ea typeface="Calibri"/>
                <a:cs typeface="Calibri"/>
              </a:rPr>
              <a:t>STI College San Jose Del Monte</a:t>
            </a:r>
          </a:p>
          <a:p>
            <a:endParaRPr lang="en-US">
              <a:solidFill>
                <a:prstClr val="black"/>
              </a:solidFill>
              <a:ea typeface="Calibri"/>
              <a:cs typeface="Calibri"/>
            </a:endParaRPr>
          </a:p>
          <a:p>
            <a:endParaRPr lang="en-US">
              <a:solidFill>
                <a:prstClr val="black"/>
              </a:solidFill>
              <a:ea typeface="Calibri"/>
              <a:cs typeface="Calibri"/>
            </a:endParaRPr>
          </a:p>
        </p:txBody>
      </p:sp>
    </p:spTree>
    <p:extLst>
      <p:ext uri="{BB962C8B-B14F-4D97-AF65-F5344CB8AC3E}">
        <p14:creationId xmlns:p14="http://schemas.microsoft.com/office/powerpoint/2010/main" val="3741947625"/>
      </p:ext>
    </p:extLst>
  </p:cSld>
  <p:clrMapOvr>
    <a:masterClrMapping/>
  </p:clrMapOvr>
  <p:transition>
    <p:fade thruBlk="1"/>
  </p:transition>
</p:sld>
</file>

<file path=ppt/theme/theme1.xml><?xml version="1.0" encoding="utf-8"?>
<a:theme xmlns:a="http://schemas.openxmlformats.org/drawingml/2006/main" name="Christmas 201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Application>Microsoft Office PowerPoint</Application>
  <PresentationFormat>Widescreen</PresentationFormat>
  <Slides>44</Slides>
  <Notes>0</Notes>
  <HiddenSlides>0</HiddenSlide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Christmas 2010</vt:lpstr>
      <vt:lpstr>PowerPoint Presentation</vt:lpstr>
      <vt:lpstr>PowerPoint Presentation</vt:lpstr>
      <vt:lpstr>Introduction</vt:lpstr>
      <vt:lpstr>Background of the Problem</vt:lpstr>
      <vt:lpstr>General Problem</vt:lpstr>
      <vt:lpstr>Specific Problem</vt:lpstr>
      <vt:lpstr>Objectives of the Study </vt:lpstr>
      <vt:lpstr>Specific Objectives</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PowerPoint Presentation</vt:lpstr>
      <vt:lpstr>PowerPoint Presentation</vt:lpstr>
      <vt:lpstr>PowerPoint Presentation</vt:lpstr>
      <vt:lpstr>PowerPoint Presentation</vt:lpstr>
      <vt:lpstr>PowerPoint Presentation</vt:lpstr>
      <vt:lpstr>Transcript of Records</vt:lpstr>
      <vt:lpstr>Transcript of Records </vt:lpstr>
      <vt:lpstr>Transcript of Records</vt:lpstr>
      <vt:lpstr>Transcript of Records</vt:lpstr>
      <vt:lpstr>Transcript of Records</vt:lpstr>
      <vt:lpstr>Transcript of Records</vt:lpstr>
      <vt:lpstr>Transcript of Records</vt:lpstr>
      <vt:lpstr>Transcript of Records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Students come up with an approved Thesis Proposal</dc:title>
  <dc:creator>Microsoft Office User</dc:creator>
  <cp:revision>25</cp:revision>
  <cp:lastPrinted>2016-12-05T09:25:42Z</cp:lastPrinted>
  <dcterms:created xsi:type="dcterms:W3CDTF">2016-11-10T01:52:30Z</dcterms:created>
  <dcterms:modified xsi:type="dcterms:W3CDTF">2025-11-17T09:24:38Z</dcterms:modified>
</cp:coreProperties>
</file>