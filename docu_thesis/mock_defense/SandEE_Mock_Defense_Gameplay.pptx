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46"/>
  </p:notesMasterIdLst>
  <p:handoutMasterIdLst>
    <p:handoutMasterId r:id="rId47"/>
  </p:handout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jbdelacruz" initials="m" lastIdx="2" clrIdx="0">
    <p:extLst>
      <p:ext uri="{19B8F6BF-5375-455C-9EA6-DF929625EA0E}">
        <p15:presenceInfo xmlns:p15="http://schemas.microsoft.com/office/powerpoint/2012/main" userId="mjbdelacruz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8FE27D7-2BA6-4E93-BA8B-1DE118C74449}" v="5" dt="2025-11-17T06:12:19.650"/>
    <p1510:client id="{7A8A3223-C84B-4E13-8C49-36E41A6F6CF4}" v="45" dt="2025-11-16T11:40:52.024"/>
    <p1510:client id="{82FE2F06-FE26-4973-A909-E2D735782346}" v="10" dt="2025-11-16T11:40:53.274"/>
    <p1510:client id="{AFC8D5FA-0CEA-4667-819F-A58DDF9BF689}" v="9" dt="2025-11-17T07:51:21.098"/>
    <p1510:client id="{DE5BD2F6-9DFE-4A09-9F02-27986A91DAC8}" v="56" dt="2025-11-17T09:24:36.71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840"/>
      </p:guideLst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4.xml"/><Relationship Id="rId46" Type="http://schemas.openxmlformats.org/officeDocument/2006/relationships/notesMaster" Target="notesMasters/notesMaster1.xml"/><Relationship Id="rId47" Type="http://schemas.openxmlformats.org/officeDocument/2006/relationships/handoutMaster" Target="handoutMasters/handoutMaster1.xml"/><Relationship Id="rId48" Type="http://schemas.openxmlformats.org/officeDocument/2006/relationships/commentAuthors" Target="commentAuthors.xml"/><Relationship Id="rId49" Type="http://schemas.openxmlformats.org/officeDocument/2006/relationships/presProps" Target="presProps.xml"/><Relationship Id="rId50" Type="http://schemas.openxmlformats.org/officeDocument/2006/relationships/viewProps" Target="viewProps.xml"/><Relationship Id="rId51" Type="http://schemas.openxmlformats.org/officeDocument/2006/relationships/theme" Target="theme/theme1.xml"/><Relationship Id="rId52" Type="http://schemas.openxmlformats.org/officeDocument/2006/relationships/tableStyles" Target="tableStyles.xml"/><Relationship Id="rId53" Type="http://schemas.microsoft.com/office/2016/11/relationships/changesInfo" Target="changesInfos/changesInfo1.xml"/><Relationship Id="rId5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providerId="Windows Live" clId="Web-{DE5BD2F6-9DFE-4A09-9F02-27986A91DAC8}"/>
    <pc:docChg chg="modSld">
      <pc:chgData name="Guest User" userId="" providerId="Windows Live" clId="Web-{DE5BD2F6-9DFE-4A09-9F02-27986A91DAC8}" dt="2025-11-17T09:24:36.717" v="55" actId="20577"/>
      <pc:docMkLst>
        <pc:docMk/>
      </pc:docMkLst>
      <pc:sldChg chg="modSp">
        <pc:chgData name="Guest User" userId="" providerId="Windows Live" clId="Web-{DE5BD2F6-9DFE-4A09-9F02-27986A91DAC8}" dt="2025-11-17T09:24:36.717" v="55" actId="20577"/>
        <pc:sldMkLst>
          <pc:docMk/>
          <pc:sldMk cId="171083451" sldId="378"/>
        </pc:sldMkLst>
        <pc:spChg chg="mod">
          <ac:chgData name="Guest User" userId="" providerId="Windows Live" clId="Web-{DE5BD2F6-9DFE-4A09-9F02-27986A91DAC8}" dt="2025-11-17T09:24:36.717" v="55" actId="20577"/>
          <ac:spMkLst>
            <pc:docMk/>
            <pc:sldMk cId="171083451" sldId="378"/>
            <ac:spMk id="3" creationId="{00000000-0000-0000-0000-000000000000}"/>
          </ac:spMkLst>
        </pc:spChg>
      </pc:sldChg>
    </pc:docChg>
  </pc:docChgLst>
  <pc:docChgLst>
    <pc:chgData name="Guest User" providerId="Windows Live" clId="Web-{52C593F7-50A9-4917-A9D2-BD1FB89F9430}"/>
    <pc:docChg chg="addSld modSld sldOrd">
      <pc:chgData name="Guest User" userId="" providerId="Windows Live" clId="Web-{52C593F7-50A9-4917-A9D2-BD1FB89F9430}" dt="2025-10-29T11:49:40.858" v="160" actId="20577"/>
      <pc:docMkLst>
        <pc:docMk/>
      </pc:docMkLst>
      <pc:sldChg chg="modSp">
        <pc:chgData name="Guest User" userId="" providerId="Windows Live" clId="Web-{52C593F7-50A9-4917-A9D2-BD1FB89F9430}" dt="2025-10-29T11:49:40.858" v="160" actId="20577"/>
        <pc:sldMkLst>
          <pc:docMk/>
          <pc:sldMk cId="2496496024" sldId="385"/>
        </pc:sldMkLst>
        <pc:spChg chg="mod">
          <ac:chgData name="Guest User" userId="" providerId="Windows Live" clId="Web-{52C593F7-50A9-4917-A9D2-BD1FB89F9430}" dt="2025-10-29T11:49:40.858" v="160" actId="20577"/>
          <ac:spMkLst>
            <pc:docMk/>
            <pc:sldMk cId="2496496024" sldId="385"/>
            <ac:spMk id="3" creationId="{49F2C6E6-9CC1-5438-7E8A-170FE5B0988E}"/>
          </ac:spMkLst>
        </pc:spChg>
      </pc:sldChg>
      <pc:sldChg chg="modSp">
        <pc:chgData name="Guest User" userId="" providerId="Windows Live" clId="Web-{52C593F7-50A9-4917-A9D2-BD1FB89F9430}" dt="2025-10-29T10:28:21.283" v="4" actId="20577"/>
        <pc:sldMkLst>
          <pc:docMk/>
          <pc:sldMk cId="1444284103" sldId="401"/>
        </pc:sldMkLst>
        <pc:spChg chg="mod">
          <ac:chgData name="Guest User" userId="" providerId="Windows Live" clId="Web-{52C593F7-50A9-4917-A9D2-BD1FB89F9430}" dt="2025-10-29T10:28:21.283" v="4" actId="20577"/>
          <ac:spMkLst>
            <pc:docMk/>
            <pc:sldMk cId="1444284103" sldId="401"/>
            <ac:spMk id="7" creationId="{4AEB1799-80EE-272F-5123-3871FEE8A835}"/>
          </ac:spMkLst>
        </pc:spChg>
      </pc:sldChg>
      <pc:sldChg chg="addSp delSp modSp add ord replId">
        <pc:chgData name="Guest User" userId="" providerId="Windows Live" clId="Web-{52C593F7-50A9-4917-A9D2-BD1FB89F9430}" dt="2025-10-29T10:49:40.478" v="117" actId="20577"/>
        <pc:sldMkLst>
          <pc:docMk/>
          <pc:sldMk cId="3845914370" sldId="402"/>
        </pc:sldMkLst>
        <pc:spChg chg="mod">
          <ac:chgData name="Guest User" userId="" providerId="Windows Live" clId="Web-{52C593F7-50A9-4917-A9D2-BD1FB89F9430}" dt="2025-10-29T10:49:40.478" v="117" actId="20577"/>
          <ac:spMkLst>
            <pc:docMk/>
            <pc:sldMk cId="3845914370" sldId="402"/>
            <ac:spMk id="7" creationId="{44379ADC-B775-5C00-3DD9-2167DAC32174}"/>
          </ac:spMkLst>
        </pc:spChg>
        <pc:spChg chg="mod">
          <ac:chgData name="Guest User" userId="" providerId="Windows Live" clId="Web-{52C593F7-50A9-4917-A9D2-BD1FB89F9430}" dt="2025-10-29T10:31:43.097" v="8" actId="20577"/>
          <ac:spMkLst>
            <pc:docMk/>
            <pc:sldMk cId="3845914370" sldId="402"/>
            <ac:spMk id="26" creationId="{2C4C8B01-B25D-2AF6-4D6F-515A6FE7CD0A}"/>
          </ac:spMkLst>
        </pc:spChg>
        <pc:picChg chg="add mod">
          <ac:chgData name="Guest User" userId="" providerId="Windows Live" clId="Web-{52C593F7-50A9-4917-A9D2-BD1FB89F9430}" dt="2025-10-29T10:37:54.487" v="55" actId="14100"/>
          <ac:picMkLst>
            <pc:docMk/>
            <pc:sldMk cId="3845914370" sldId="402"/>
            <ac:picMk id="6" creationId="{265E7255-7F49-B18E-2578-EE3B13D37E81}"/>
          </ac:picMkLst>
        </pc:picChg>
      </pc:sldChg>
      <pc:sldChg chg="addSp delSp modSp add ord replId">
        <pc:chgData name="Guest User" userId="" providerId="Windows Live" clId="Web-{52C593F7-50A9-4917-A9D2-BD1FB89F9430}" dt="2025-10-29T10:54:44.625" v="156" actId="20577"/>
        <pc:sldMkLst>
          <pc:docMk/>
          <pc:sldMk cId="1518126311" sldId="403"/>
        </pc:sldMkLst>
        <pc:spChg chg="mod">
          <ac:chgData name="Guest User" userId="" providerId="Windows Live" clId="Web-{52C593F7-50A9-4917-A9D2-BD1FB89F9430}" dt="2025-10-29T10:54:44.625" v="156" actId="20577"/>
          <ac:spMkLst>
            <pc:docMk/>
            <pc:sldMk cId="1518126311" sldId="403"/>
            <ac:spMk id="7" creationId="{F433399C-E18C-C461-9C99-2B995AB3E145}"/>
          </ac:spMkLst>
        </pc:spChg>
        <pc:picChg chg="add mod">
          <ac:chgData name="Guest User" userId="" providerId="Windows Live" clId="Web-{52C593F7-50A9-4917-A9D2-BD1FB89F9430}" dt="2025-10-29T10:54:37.281" v="152" actId="1076"/>
          <ac:picMkLst>
            <pc:docMk/>
            <pc:sldMk cId="1518126311" sldId="403"/>
            <ac:picMk id="3" creationId="{EF18C925-70E3-146B-B4EE-D7CC2DC7A56B}"/>
          </ac:picMkLst>
        </pc:picChg>
      </pc:sldChg>
      <pc:sldChg chg="addSp delSp modSp add ord replId">
        <pc:chgData name="Guest User" userId="" providerId="Windows Live" clId="Web-{52C593F7-50A9-4917-A9D2-BD1FB89F9430}" dt="2025-10-29T10:42:58.861" v="84" actId="1076"/>
        <pc:sldMkLst>
          <pc:docMk/>
          <pc:sldMk cId="2551134430" sldId="404"/>
        </pc:sldMkLst>
        <pc:spChg chg="mod">
          <ac:chgData name="Guest User" userId="" providerId="Windows Live" clId="Web-{52C593F7-50A9-4917-A9D2-BD1FB89F9430}" dt="2025-10-29T10:42:09.218" v="79" actId="20577"/>
          <ac:spMkLst>
            <pc:docMk/>
            <pc:sldMk cId="2551134430" sldId="404"/>
            <ac:spMk id="7" creationId="{3BC93F3D-0BCA-B546-3D50-D2863F6143C8}"/>
          </ac:spMkLst>
        </pc:spChg>
        <pc:picChg chg="add mod">
          <ac:chgData name="Guest User" userId="" providerId="Windows Live" clId="Web-{52C593F7-50A9-4917-A9D2-BD1FB89F9430}" dt="2025-10-29T10:42:58.861" v="84" actId="1076"/>
          <ac:picMkLst>
            <pc:docMk/>
            <pc:sldMk cId="2551134430" sldId="404"/>
            <ac:picMk id="3" creationId="{621DBDA8-E32E-D7FD-9207-BDB218ECC040}"/>
          </ac:picMkLst>
        </pc:picChg>
      </pc:sldChg>
      <pc:sldChg chg="addSp delSp modSp add ord replId">
        <pc:chgData name="Guest User" userId="" providerId="Windows Live" clId="Web-{52C593F7-50A9-4917-A9D2-BD1FB89F9430}" dt="2025-10-29T10:49:12.868" v="113"/>
        <pc:sldMkLst>
          <pc:docMk/>
          <pc:sldMk cId="4158786330" sldId="405"/>
        </pc:sldMkLst>
        <pc:spChg chg="mod">
          <ac:chgData name="Guest User" userId="" providerId="Windows Live" clId="Web-{52C593F7-50A9-4917-A9D2-BD1FB89F9430}" dt="2025-10-29T10:46:21.053" v="107" actId="20577"/>
          <ac:spMkLst>
            <pc:docMk/>
            <pc:sldMk cId="4158786330" sldId="405"/>
            <ac:spMk id="7" creationId="{4586C1D6-9824-C906-7C6E-3D9118425D37}"/>
          </ac:spMkLst>
        </pc:spChg>
        <pc:picChg chg="add mod">
          <ac:chgData name="Guest User" userId="" providerId="Windows Live" clId="Web-{52C593F7-50A9-4917-A9D2-BD1FB89F9430}" dt="2025-10-29T10:46:36.663" v="111" actId="1076"/>
          <ac:picMkLst>
            <pc:docMk/>
            <pc:sldMk cId="4158786330" sldId="405"/>
            <ac:picMk id="3" creationId="{2F07DBAA-CCB4-9577-2597-DACE4B799580}"/>
          </ac:picMkLst>
        </pc:picChg>
      </pc:sldChg>
      <pc:sldChg chg="addSp delSp modSp add ord replId">
        <pc:chgData name="Guest User" userId="" providerId="Windows Live" clId="Web-{52C593F7-50A9-4917-A9D2-BD1FB89F9430}" dt="2025-10-29T10:51:15.154" v="132" actId="20577"/>
        <pc:sldMkLst>
          <pc:docMk/>
          <pc:sldMk cId="2236086129" sldId="406"/>
        </pc:sldMkLst>
        <pc:spChg chg="mod">
          <ac:chgData name="Guest User" userId="" providerId="Windows Live" clId="Web-{52C593F7-50A9-4917-A9D2-BD1FB89F9430}" dt="2025-10-29T10:51:15.154" v="132" actId="20577"/>
          <ac:spMkLst>
            <pc:docMk/>
            <pc:sldMk cId="2236086129" sldId="406"/>
            <ac:spMk id="7" creationId="{E0C6C48C-D61F-B4D0-0A9A-7F43B9DF755D}"/>
          </ac:spMkLst>
        </pc:spChg>
        <pc:picChg chg="add mod">
          <ac:chgData name="Guest User" userId="" providerId="Windows Live" clId="Web-{52C593F7-50A9-4917-A9D2-BD1FB89F9430}" dt="2025-10-29T10:50:45.916" v="125" actId="1076"/>
          <ac:picMkLst>
            <pc:docMk/>
            <pc:sldMk cId="2236086129" sldId="406"/>
            <ac:picMk id="2" creationId="{AB8B425A-B35D-94DF-A4F9-62C06E8AC2E3}"/>
          </ac:picMkLst>
        </pc:picChg>
      </pc:sldChg>
      <pc:sldChg chg="add ord replId">
        <pc:chgData name="Guest User" userId="" providerId="Windows Live" clId="Web-{52C593F7-50A9-4917-A9D2-BD1FB89F9430}" dt="2025-10-29T10:52:09.176" v="134"/>
        <pc:sldMkLst>
          <pc:docMk/>
          <pc:sldMk cId="149205702" sldId="407"/>
        </pc:sldMkLst>
      </pc:sldChg>
      <pc:sldChg chg="add ord replId">
        <pc:chgData name="Guest User" userId="" providerId="Windows Live" clId="Web-{52C593F7-50A9-4917-A9D2-BD1FB89F9430}" dt="2025-10-29T10:52:19.208" v="136"/>
        <pc:sldMkLst>
          <pc:docMk/>
          <pc:sldMk cId="3319563464" sldId="408"/>
        </pc:sldMkLst>
      </pc:sldChg>
      <pc:sldChg chg="add ord replId">
        <pc:chgData name="Guest User" userId="" providerId="Windows Live" clId="Web-{52C593F7-50A9-4917-A9D2-BD1FB89F9430}" dt="2025-10-29T10:53:06.821" v="140"/>
        <pc:sldMkLst>
          <pc:docMk/>
          <pc:sldMk cId="1434069368" sldId="409"/>
        </pc:sldMkLst>
      </pc:sldChg>
      <pc:sldChg chg="add replId">
        <pc:chgData name="Guest User" userId="" providerId="Windows Live" clId="Web-{52C593F7-50A9-4917-A9D2-BD1FB89F9430}" dt="2025-10-29T10:53:59.857" v="141"/>
        <pc:sldMkLst>
          <pc:docMk/>
          <pc:sldMk cId="2038893191" sldId="410"/>
        </pc:sldMkLst>
      </pc:sldChg>
    </pc:docChg>
  </pc:docChgLst>
  <pc:docChgLst>
    <pc:chgData name="Glenn Accad" userId="37517598972bb8e0" providerId="Windows Live" clId="Web-{89CD44AF-1234-60AC-D2F0-E9E29D1844D8}"/>
    <pc:docChg chg="modSld">
      <pc:chgData name="Glenn Accad" userId="37517598972bb8e0" providerId="Windows Live" clId="Web-{89CD44AF-1234-60AC-D2F0-E9E29D1844D8}" dt="2025-10-30T04:07:32.644" v="8" actId="20577"/>
      <pc:docMkLst>
        <pc:docMk/>
      </pc:docMkLst>
      <pc:sldChg chg="modSp">
        <pc:chgData name="Glenn Accad" userId="37517598972bb8e0" providerId="Windows Live" clId="Web-{89CD44AF-1234-60AC-D2F0-E9E29D1844D8}" dt="2025-10-30T04:07:32.644" v="8" actId="20577"/>
        <pc:sldMkLst>
          <pc:docMk/>
          <pc:sldMk cId="3498432728" sldId="425"/>
        </pc:sldMkLst>
        <pc:spChg chg="mod">
          <ac:chgData name="Glenn Accad" userId="37517598972bb8e0" providerId="Windows Live" clId="Web-{89CD44AF-1234-60AC-D2F0-E9E29D1844D8}" dt="2025-10-30T04:07:32.644" v="8" actId="20577"/>
          <ac:spMkLst>
            <pc:docMk/>
            <pc:sldMk cId="3498432728" sldId="425"/>
            <ac:spMk id="3" creationId="{D7FBA08B-F67C-C9C3-2279-78F2AE8259A4}"/>
          </ac:spMkLst>
        </pc:spChg>
      </pc:sldChg>
    </pc:docChg>
  </pc:docChgLst>
  <pc:docChgLst>
    <pc:chgData name="Glenn Accad" userId="37517598972bb8e0" providerId="LiveId" clId="{A49102A1-5B61-490B-A2B6-A3340B337435}"/>
    <pc:docChg chg="undo redo custSel addSld delSld modSld sldOrd">
      <pc:chgData name="Glenn Accad" userId="37517598972bb8e0" providerId="LiveId" clId="{A49102A1-5B61-490B-A2B6-A3340B337435}" dt="2025-11-16T11:40:53.274" v="493" actId="20577"/>
      <pc:docMkLst>
        <pc:docMk/>
      </pc:docMkLst>
      <pc:sldChg chg="modSp mod">
        <pc:chgData name="Glenn Accad" userId="37517598972bb8e0" providerId="LiveId" clId="{A49102A1-5B61-490B-A2B6-A3340B337435}" dt="2025-10-26T07:18:06.062" v="137" actId="404"/>
        <pc:sldMkLst>
          <pc:docMk/>
          <pc:sldMk cId="171083451" sldId="378"/>
        </pc:sldMkLst>
        <pc:spChg chg="mod">
          <ac:chgData name="Glenn Accad" userId="37517598972bb8e0" providerId="LiveId" clId="{A49102A1-5B61-490B-A2B6-A3340B337435}" dt="2025-10-26T07:18:06.062" v="137" actId="404"/>
          <ac:spMkLst>
            <pc:docMk/>
            <pc:sldMk cId="171083451" sldId="378"/>
            <ac:spMk id="3" creationId="{00000000-0000-0000-0000-000000000000}"/>
          </ac:spMkLst>
        </pc:spChg>
      </pc:sldChg>
      <pc:sldChg chg="modSp mod">
        <pc:chgData name="Glenn Accad" userId="37517598972bb8e0" providerId="LiveId" clId="{A49102A1-5B61-490B-A2B6-A3340B337435}" dt="2025-10-24T18:23:28.475" v="39"/>
        <pc:sldMkLst>
          <pc:docMk/>
          <pc:sldMk cId="3101308555" sldId="381"/>
        </pc:sldMkLst>
        <pc:spChg chg="mod">
          <ac:chgData name="Glenn Accad" userId="37517598972bb8e0" providerId="LiveId" clId="{A49102A1-5B61-490B-A2B6-A3340B337435}" dt="2025-10-24T18:23:28.475" v="39"/>
          <ac:spMkLst>
            <pc:docMk/>
            <pc:sldMk cId="3101308555" sldId="381"/>
            <ac:spMk id="6" creationId="{B973C4D1-98CE-C0A7-7753-34F394B67D64}"/>
          </ac:spMkLst>
        </pc:spChg>
      </pc:sldChg>
      <pc:sldChg chg="modSp mod">
        <pc:chgData name="Glenn Accad" userId="37517598972bb8e0" providerId="LiveId" clId="{A49102A1-5B61-490B-A2B6-A3340B337435}" dt="2025-10-29T12:01:53.730" v="361" actId="403"/>
        <pc:sldMkLst>
          <pc:docMk/>
          <pc:sldMk cId="3412024488" sldId="383"/>
        </pc:sldMkLst>
        <pc:spChg chg="mod">
          <ac:chgData name="Glenn Accad" userId="37517598972bb8e0" providerId="LiveId" clId="{A49102A1-5B61-490B-A2B6-A3340B337435}" dt="2025-10-29T12:01:53.730" v="361" actId="403"/>
          <ac:spMkLst>
            <pc:docMk/>
            <pc:sldMk cId="3412024488" sldId="383"/>
            <ac:spMk id="2" creationId="{79AC4F92-D192-4855-D5F1-875584C2F19C}"/>
          </ac:spMkLst>
        </pc:spChg>
      </pc:sldChg>
      <pc:sldChg chg="modSp mod">
        <pc:chgData name="Glenn Accad" userId="37517598972bb8e0" providerId="LiveId" clId="{A49102A1-5B61-490B-A2B6-A3340B337435}" dt="2025-11-16T11:40:53.274" v="493" actId="20577"/>
        <pc:sldMkLst>
          <pc:docMk/>
          <pc:sldMk cId="2496496024" sldId="385"/>
        </pc:sldMkLst>
        <pc:spChg chg="mod">
          <ac:chgData name="Glenn Accad" userId="37517598972bb8e0" providerId="LiveId" clId="{A49102A1-5B61-490B-A2B6-A3340B337435}" dt="2025-11-16T11:40:53.274" v="493" actId="20577"/>
          <ac:spMkLst>
            <pc:docMk/>
            <pc:sldMk cId="2496496024" sldId="385"/>
            <ac:spMk id="3" creationId="{49F2C6E6-9CC1-5438-7E8A-170FE5B0988E}"/>
          </ac:spMkLst>
        </pc:spChg>
      </pc:sldChg>
      <pc:sldChg chg="modSp">
        <pc:chgData name="Glenn Accad" userId="37517598972bb8e0" providerId="LiveId" clId="{A49102A1-5B61-490B-A2B6-A3340B337435}" dt="2025-10-24T17:57:35.620" v="0"/>
        <pc:sldMkLst>
          <pc:docMk/>
          <pc:sldMk cId="1161056391" sldId="386"/>
        </pc:sldMkLst>
        <pc:spChg chg="mod">
          <ac:chgData name="Glenn Accad" userId="37517598972bb8e0" providerId="LiveId" clId="{A49102A1-5B61-490B-A2B6-A3340B337435}" dt="2025-10-24T17:57:35.620" v="0"/>
          <ac:spMkLst>
            <pc:docMk/>
            <pc:sldMk cId="1161056391" sldId="386"/>
            <ac:spMk id="5" creationId="{00000000-0000-0000-0000-000000000000}"/>
          </ac:spMkLst>
        </pc:spChg>
      </pc:sldChg>
      <pc:sldChg chg="modSp mod">
        <pc:chgData name="Glenn Accad" userId="37517598972bb8e0" providerId="LiveId" clId="{A49102A1-5B61-490B-A2B6-A3340B337435}" dt="2025-11-16T09:46:47.712" v="427" actId="20577"/>
        <pc:sldMkLst>
          <pc:docMk/>
          <pc:sldMk cId="268111493" sldId="387"/>
        </pc:sldMkLst>
        <pc:spChg chg="mod">
          <ac:chgData name="Glenn Accad" userId="37517598972bb8e0" providerId="LiveId" clId="{A49102A1-5B61-490B-A2B6-A3340B337435}" dt="2025-11-16T09:46:47.712" v="427" actId="20577"/>
          <ac:spMkLst>
            <pc:docMk/>
            <pc:sldMk cId="268111493" sldId="387"/>
            <ac:spMk id="3" creationId="{84E0491D-BF88-E690-B78D-0A5779D95303}"/>
          </ac:spMkLst>
        </pc:spChg>
      </pc:sldChg>
      <pc:sldChg chg="modSp mod">
        <pc:chgData name="Glenn Accad" userId="37517598972bb8e0" providerId="LiveId" clId="{A49102A1-5B61-490B-A2B6-A3340B337435}" dt="2025-11-16T09:52:07.135" v="450" actId="113"/>
        <pc:sldMkLst>
          <pc:docMk/>
          <pc:sldMk cId="241641147" sldId="388"/>
        </pc:sldMkLst>
        <pc:spChg chg="mod">
          <ac:chgData name="Glenn Accad" userId="37517598972bb8e0" providerId="LiveId" clId="{A49102A1-5B61-490B-A2B6-A3340B337435}" dt="2025-11-16T09:52:07.135" v="450" actId="113"/>
          <ac:spMkLst>
            <pc:docMk/>
            <pc:sldMk cId="241641147" sldId="388"/>
            <ac:spMk id="2" creationId="{79AC4F92-D192-4855-D5F1-875584C2F19C}"/>
          </ac:spMkLst>
        </pc:spChg>
        <pc:spChg chg="mod">
          <ac:chgData name="Glenn Accad" userId="37517598972bb8e0" providerId="LiveId" clId="{A49102A1-5B61-490B-A2B6-A3340B337435}" dt="2025-10-29T11:59:13.624" v="312" actId="120"/>
          <ac:spMkLst>
            <pc:docMk/>
            <pc:sldMk cId="241641147" sldId="388"/>
            <ac:spMk id="3" creationId="{911796F6-94D3-63BE-0941-40003663E6B6}"/>
          </ac:spMkLst>
        </pc:spChg>
      </pc:sldChg>
      <pc:sldChg chg="modSp add">
        <pc:chgData name="Glenn Accad" userId="37517598972bb8e0" providerId="LiveId" clId="{A49102A1-5B61-490B-A2B6-A3340B337435}" dt="2025-10-24T18:23:46.903" v="47"/>
        <pc:sldMkLst>
          <pc:docMk/>
          <pc:sldMk cId="3955044153" sldId="389"/>
        </pc:sldMkLst>
        <pc:spChg chg="mod">
          <ac:chgData name="Glenn Accad" userId="37517598972bb8e0" providerId="LiveId" clId="{A49102A1-5B61-490B-A2B6-A3340B337435}" dt="2025-10-24T18:23:46.903" v="47"/>
          <ac:spMkLst>
            <pc:docMk/>
            <pc:sldMk cId="3955044153" sldId="389"/>
            <ac:spMk id="6" creationId="{F115B840-DFE9-6644-1BAE-D08878C4D2BE}"/>
          </ac:spMkLst>
        </pc:spChg>
      </pc:sldChg>
      <pc:sldChg chg="modSp add">
        <pc:chgData name="Glenn Accad" userId="37517598972bb8e0" providerId="LiveId" clId="{A49102A1-5B61-490B-A2B6-A3340B337435}" dt="2025-10-24T18:24:02.593" v="49"/>
        <pc:sldMkLst>
          <pc:docMk/>
          <pc:sldMk cId="2452889431" sldId="390"/>
        </pc:sldMkLst>
        <pc:spChg chg="mod">
          <ac:chgData name="Glenn Accad" userId="37517598972bb8e0" providerId="LiveId" clId="{A49102A1-5B61-490B-A2B6-A3340B337435}" dt="2025-10-24T18:24:02.593" v="49"/>
          <ac:spMkLst>
            <pc:docMk/>
            <pc:sldMk cId="2452889431" sldId="390"/>
            <ac:spMk id="6" creationId="{179402DD-0E16-6019-DD49-CF0B1CECB6D8}"/>
          </ac:spMkLst>
        </pc:spChg>
      </pc:sldChg>
      <pc:sldChg chg="modSp add mod">
        <pc:chgData name="Glenn Accad" userId="37517598972bb8e0" providerId="LiveId" clId="{A49102A1-5B61-490B-A2B6-A3340B337435}" dt="2025-10-26T07:18:58" v="156" actId="27636"/>
        <pc:sldMkLst>
          <pc:docMk/>
          <pc:sldMk cId="3916689961" sldId="391"/>
        </pc:sldMkLst>
        <pc:spChg chg="mod">
          <ac:chgData name="Glenn Accad" userId="37517598972bb8e0" providerId="LiveId" clId="{A49102A1-5B61-490B-A2B6-A3340B337435}" dt="2025-10-26T07:18:58" v="156" actId="27636"/>
          <ac:spMkLst>
            <pc:docMk/>
            <pc:sldMk cId="3916689961" sldId="391"/>
            <ac:spMk id="6" creationId="{C4DD3B89-352A-3493-9400-3F7543396765}"/>
          </ac:spMkLst>
        </pc:spChg>
      </pc:sldChg>
      <pc:sldChg chg="modSp add mod">
        <pc:chgData name="Glenn Accad" userId="37517598972bb8e0" providerId="LiveId" clId="{A49102A1-5B61-490B-A2B6-A3340B337435}" dt="2025-10-26T07:29:50.382" v="215" actId="27636"/>
        <pc:sldMkLst>
          <pc:docMk/>
          <pc:sldMk cId="804311405" sldId="392"/>
        </pc:sldMkLst>
        <pc:spChg chg="mod">
          <ac:chgData name="Glenn Accad" userId="37517598972bb8e0" providerId="LiveId" clId="{A49102A1-5B61-490B-A2B6-A3340B337435}" dt="2025-10-26T07:29:50.382" v="215" actId="27636"/>
          <ac:spMkLst>
            <pc:docMk/>
            <pc:sldMk cId="804311405" sldId="392"/>
            <ac:spMk id="6" creationId="{6118B286-6023-57D4-52B5-066BC2664D78}"/>
          </ac:spMkLst>
        </pc:spChg>
      </pc:sldChg>
      <pc:sldChg chg="modSp add mod">
        <pc:chgData name="Glenn Accad" userId="37517598972bb8e0" providerId="LiveId" clId="{A49102A1-5B61-490B-A2B6-A3340B337435}" dt="2025-10-26T07:31:45.477" v="218" actId="27636"/>
        <pc:sldMkLst>
          <pc:docMk/>
          <pc:sldMk cId="3666627407" sldId="393"/>
        </pc:sldMkLst>
        <pc:spChg chg="mod">
          <ac:chgData name="Glenn Accad" userId="37517598972bb8e0" providerId="LiveId" clId="{A49102A1-5B61-490B-A2B6-A3340B337435}" dt="2025-10-26T07:31:45.477" v="218" actId="27636"/>
          <ac:spMkLst>
            <pc:docMk/>
            <pc:sldMk cId="3666627407" sldId="393"/>
            <ac:spMk id="6" creationId="{EF5B1759-E715-CF3B-8BCD-165894B30EC3}"/>
          </ac:spMkLst>
        </pc:spChg>
      </pc:sldChg>
      <pc:sldChg chg="modSp add mod">
        <pc:chgData name="Glenn Accad" userId="37517598972bb8e0" providerId="LiveId" clId="{A49102A1-5B61-490B-A2B6-A3340B337435}" dt="2025-10-24T18:27:07.816" v="78" actId="5793"/>
        <pc:sldMkLst>
          <pc:docMk/>
          <pc:sldMk cId="3267194054" sldId="394"/>
        </pc:sldMkLst>
        <pc:spChg chg="mod">
          <ac:chgData name="Glenn Accad" userId="37517598972bb8e0" providerId="LiveId" clId="{A49102A1-5B61-490B-A2B6-A3340B337435}" dt="2025-10-24T18:27:07.816" v="78" actId="5793"/>
          <ac:spMkLst>
            <pc:docMk/>
            <pc:sldMk cId="3267194054" sldId="394"/>
            <ac:spMk id="6" creationId="{501511BD-59D4-4F2F-36BC-38BD1E6CB8E5}"/>
          </ac:spMkLst>
        </pc:spChg>
      </pc:sldChg>
      <pc:sldChg chg="addSp delSp modSp add mod">
        <pc:chgData name="Glenn Accad" userId="37517598972bb8e0" providerId="LiveId" clId="{A49102A1-5B61-490B-A2B6-A3340B337435}" dt="2025-11-16T09:51:21.980" v="448" actId="20577"/>
        <pc:sldMkLst>
          <pc:docMk/>
          <pc:sldMk cId="3875857840" sldId="395"/>
        </pc:sldMkLst>
        <pc:spChg chg="add del mod">
          <ac:chgData name="Glenn Accad" userId="37517598972bb8e0" providerId="LiveId" clId="{A49102A1-5B61-490B-A2B6-A3340B337435}" dt="2025-11-16T09:51:21.980" v="448" actId="20577"/>
          <ac:spMkLst>
            <pc:docMk/>
            <pc:sldMk cId="3875857840" sldId="395"/>
            <ac:spMk id="3" creationId="{2FE3D0F4-A474-7B12-76FD-2C32E243ECA8}"/>
          </ac:spMkLst>
        </pc:spChg>
        <pc:spChg chg="mod">
          <ac:chgData name="Glenn Accad" userId="37517598972bb8e0" providerId="LiveId" clId="{A49102A1-5B61-490B-A2B6-A3340B337435}" dt="2025-10-24T18:28:37.093" v="95" actId="20577"/>
          <ac:spMkLst>
            <pc:docMk/>
            <pc:sldMk cId="3875857840" sldId="395"/>
            <ac:spMk id="7" creationId="{424BFAD8-70D9-F7D2-52A1-53F62B007097}"/>
          </ac:spMkLst>
        </pc:spChg>
      </pc:sldChg>
      <pc:sldChg chg="modSp add mod">
        <pc:chgData name="Glenn Accad" userId="37517598972bb8e0" providerId="LiveId" clId="{A49102A1-5B61-490B-A2B6-A3340B337435}" dt="2025-11-03T03:49:36.198" v="385" actId="20577"/>
        <pc:sldMkLst>
          <pc:docMk/>
          <pc:sldMk cId="3251751062" sldId="396"/>
        </pc:sldMkLst>
        <pc:spChg chg="mod">
          <ac:chgData name="Glenn Accad" userId="37517598972bb8e0" providerId="LiveId" clId="{A49102A1-5B61-490B-A2B6-A3340B337435}" dt="2025-11-03T03:49:36.198" v="385" actId="20577"/>
          <ac:spMkLst>
            <pc:docMk/>
            <pc:sldMk cId="3251751062" sldId="396"/>
            <ac:spMk id="6" creationId="{F1F13319-2348-387F-DA14-066CE307BDDF}"/>
          </ac:spMkLst>
        </pc:spChg>
      </pc:sldChg>
      <pc:sldChg chg="modSp add mod">
        <pc:chgData name="Glenn Accad" userId="37517598972bb8e0" providerId="LiveId" clId="{A49102A1-5B61-490B-A2B6-A3340B337435}" dt="2025-10-26T07:29:45.932" v="207" actId="403"/>
        <pc:sldMkLst>
          <pc:docMk/>
          <pc:sldMk cId="1322219963" sldId="397"/>
        </pc:sldMkLst>
        <pc:spChg chg="mod">
          <ac:chgData name="Glenn Accad" userId="37517598972bb8e0" providerId="LiveId" clId="{A49102A1-5B61-490B-A2B6-A3340B337435}" dt="2025-10-26T07:29:45.932" v="207" actId="403"/>
          <ac:spMkLst>
            <pc:docMk/>
            <pc:sldMk cId="1322219963" sldId="397"/>
            <ac:spMk id="6" creationId="{6C8BC604-6FA0-4663-C575-2EE4EB960C50}"/>
          </ac:spMkLst>
        </pc:spChg>
      </pc:sldChg>
      <pc:sldChg chg="modSp add mod">
        <pc:chgData name="Glenn Accad" userId="37517598972bb8e0" providerId="LiveId" clId="{A49102A1-5B61-490B-A2B6-A3340B337435}" dt="2025-10-26T07:31:47.707" v="220" actId="27636"/>
        <pc:sldMkLst>
          <pc:docMk/>
          <pc:sldMk cId="693353654" sldId="398"/>
        </pc:sldMkLst>
        <pc:spChg chg="mod">
          <ac:chgData name="Glenn Accad" userId="37517598972bb8e0" providerId="LiveId" clId="{A49102A1-5B61-490B-A2B6-A3340B337435}" dt="2025-10-26T07:31:47.707" v="220" actId="27636"/>
          <ac:spMkLst>
            <pc:docMk/>
            <pc:sldMk cId="693353654" sldId="398"/>
            <ac:spMk id="6" creationId="{9BFBD29C-4B5C-87D3-6355-7AE10207C5B4}"/>
          </ac:spMkLst>
        </pc:spChg>
      </pc:sldChg>
      <pc:sldChg chg="addSp delSp modSp add mod ord">
        <pc:chgData name="Glenn Accad" userId="37517598972bb8e0" providerId="LiveId" clId="{A49102A1-5B61-490B-A2B6-A3340B337435}" dt="2025-10-26T14:40:39.929" v="276"/>
        <pc:sldMkLst>
          <pc:docMk/>
          <pc:sldMk cId="2514214459" sldId="399"/>
        </pc:sldMkLst>
        <pc:spChg chg="add mod">
          <ac:chgData name="Glenn Accad" userId="37517598972bb8e0" providerId="LiveId" clId="{A49102A1-5B61-490B-A2B6-A3340B337435}" dt="2025-10-26T14:40:29.821" v="268" actId="1076"/>
          <ac:spMkLst>
            <pc:docMk/>
            <pc:sldMk cId="2514214459" sldId="399"/>
            <ac:spMk id="7" creationId="{A1DBC7CF-F47E-4013-E026-CD7ECE7F16FD}"/>
          </ac:spMkLst>
        </pc:spChg>
        <pc:spChg chg="mod">
          <ac:chgData name="Glenn Accad" userId="37517598972bb8e0" providerId="LiveId" clId="{A49102A1-5B61-490B-A2B6-A3340B337435}" dt="2025-10-26T14:39:56.981" v="237" actId="1076"/>
          <ac:spMkLst>
            <pc:docMk/>
            <pc:sldMk cId="2514214459" sldId="399"/>
            <ac:spMk id="26" creationId="{F932EA10-C6FC-793E-2112-508978F8491C}"/>
          </ac:spMkLst>
        </pc:spChg>
        <pc:picChg chg="add mod ord">
          <ac:chgData name="Glenn Accad" userId="37517598972bb8e0" providerId="LiveId" clId="{A49102A1-5B61-490B-A2B6-A3340B337435}" dt="2025-10-26T14:39:59.494" v="238" actId="1076"/>
          <ac:picMkLst>
            <pc:docMk/>
            <pc:sldMk cId="2514214459" sldId="399"/>
            <ac:picMk id="5" creationId="{48814E1E-CC9B-CAC6-E9F1-8360B42F035D}"/>
          </ac:picMkLst>
        </pc:picChg>
      </pc:sldChg>
      <pc:sldChg chg="addSp delSp modSp add mod ord">
        <pc:chgData name="Glenn Accad" userId="37517598972bb8e0" providerId="LiveId" clId="{A49102A1-5B61-490B-A2B6-A3340B337435}" dt="2025-10-26T14:41:36.394" v="300" actId="20577"/>
        <pc:sldMkLst>
          <pc:docMk/>
          <pc:sldMk cId="3386002121" sldId="400"/>
        </pc:sldMkLst>
        <pc:spChg chg="mod">
          <ac:chgData name="Glenn Accad" userId="37517598972bb8e0" providerId="LiveId" clId="{A49102A1-5B61-490B-A2B6-A3340B337435}" dt="2025-10-26T14:41:36.394" v="300" actId="20577"/>
          <ac:spMkLst>
            <pc:docMk/>
            <pc:sldMk cId="3386002121" sldId="400"/>
            <ac:spMk id="7" creationId="{79F83084-0A28-9C15-82B1-BE3F73291AE6}"/>
          </ac:spMkLst>
        </pc:spChg>
        <pc:picChg chg="add mod">
          <ac:chgData name="Glenn Accad" userId="37517598972bb8e0" providerId="LiveId" clId="{A49102A1-5B61-490B-A2B6-A3340B337435}" dt="2025-10-26T14:41:29.630" v="285" actId="1076"/>
          <ac:picMkLst>
            <pc:docMk/>
            <pc:sldMk cId="3386002121" sldId="400"/>
            <ac:picMk id="3" creationId="{DF82E0C5-526C-F717-1649-08EAADC9B8FC}"/>
          </ac:picMkLst>
        </pc:picChg>
      </pc:sldChg>
      <pc:sldChg chg="addSp delSp modSp add mod ord">
        <pc:chgData name="Glenn Accad" userId="37517598972bb8e0" providerId="LiveId" clId="{A49102A1-5B61-490B-A2B6-A3340B337435}" dt="2025-10-26T14:43:42.574" v="309" actId="1076"/>
        <pc:sldMkLst>
          <pc:docMk/>
          <pc:sldMk cId="1444284103" sldId="401"/>
        </pc:sldMkLst>
        <pc:picChg chg="add mod">
          <ac:chgData name="Glenn Accad" userId="37517598972bb8e0" providerId="LiveId" clId="{A49102A1-5B61-490B-A2B6-A3340B337435}" dt="2025-10-26T14:43:42.574" v="309" actId="1076"/>
          <ac:picMkLst>
            <pc:docMk/>
            <pc:sldMk cId="1444284103" sldId="401"/>
            <ac:picMk id="4" creationId="{C9BD237A-FC61-DEB2-DE76-AD7A1FEF3C97}"/>
          </ac:picMkLst>
        </pc:picChg>
      </pc:sldChg>
      <pc:sldChg chg="addSp delSp modSp mod">
        <pc:chgData name="Glenn Accad" userId="37517598972bb8e0" providerId="LiveId" clId="{A49102A1-5B61-490B-A2B6-A3340B337435}" dt="2025-11-03T03:51:46.659" v="420" actId="478"/>
        <pc:sldMkLst>
          <pc:docMk/>
          <pc:sldMk cId="1315717593" sldId="419"/>
        </pc:sldMkLst>
      </pc:sldChg>
    </pc:docChg>
  </pc:docChgLst>
  <pc:docChgLst>
    <pc:chgData name="Guest User" providerId="Windows Live" clId="Web-{3956E6D5-3C78-4310-B0FB-8E9E7E43DD36}"/>
    <pc:docChg chg="addSld sldOrd">
      <pc:chgData name="Guest User" userId="" providerId="Windows Live" clId="Web-{3956E6D5-3C78-4310-B0FB-8E9E7E43DD36}" dt="2025-10-29T12:12:40.709" v="1"/>
      <pc:docMkLst>
        <pc:docMk/>
      </pc:docMkLst>
      <pc:sldChg chg="add ord replId">
        <pc:chgData name="Guest User" userId="" providerId="Windows Live" clId="Web-{3956E6D5-3C78-4310-B0FB-8E9E7E43DD36}" dt="2025-10-29T12:12:40.709" v="1"/>
        <pc:sldMkLst>
          <pc:docMk/>
          <pc:sldMk cId="2290153889" sldId="411"/>
        </pc:sldMkLst>
      </pc:sldChg>
    </pc:docChg>
  </pc:docChgLst>
  <pc:docChgLst>
    <pc:chgData name="Guest User" providerId="Windows Live" clId="Web-{73E4CFC6-3A85-41A3-8B25-B91ADF2E8ADB}"/>
    <pc:docChg chg="addSld delSld modSld">
      <pc:chgData name="Guest User" userId="" providerId="Windows Live" clId="Web-{73E4CFC6-3A85-41A3-8B25-B91ADF2E8ADB}" dt="2025-10-29T15:30:56.926" v="150" actId="1076"/>
      <pc:docMkLst>
        <pc:docMk/>
      </pc:docMkLst>
      <pc:sldChg chg="addSp delSp modSp new add del">
        <pc:chgData name="Guest User" userId="" providerId="Windows Live" clId="Web-{73E4CFC6-3A85-41A3-8B25-B91ADF2E8ADB}" dt="2025-10-29T15:30:56.926" v="150" actId="1076"/>
        <pc:sldMkLst>
          <pc:docMk/>
          <pc:sldMk cId="1641006016" sldId="412"/>
        </pc:sldMkLst>
        <pc:spChg chg="mod">
          <ac:chgData name="Guest User" userId="" providerId="Windows Live" clId="Web-{73E4CFC6-3A85-41A3-8B25-B91ADF2E8ADB}" dt="2025-10-29T15:11:38.889" v="5" actId="20577"/>
          <ac:spMkLst>
            <pc:docMk/>
            <pc:sldMk cId="1641006016" sldId="412"/>
            <ac:spMk id="2" creationId="{DA7BA041-75C5-1B86-F556-1440A2FA48DA}"/>
          </ac:spMkLst>
        </pc:spChg>
        <pc:spChg chg="mod">
          <ac:chgData name="Guest User" userId="" providerId="Windows Live" clId="Web-{73E4CFC6-3A85-41A3-8B25-B91ADF2E8ADB}" dt="2025-10-29T15:12:06.389" v="13" actId="1076"/>
          <ac:spMkLst>
            <pc:docMk/>
            <pc:sldMk cId="1641006016" sldId="412"/>
            <ac:spMk id="4" creationId="{9E3E998F-2295-D6DA-AACD-6095A7EDC882}"/>
          </ac:spMkLst>
        </pc:spChg>
        <pc:picChg chg="add mod ord modCrop">
          <ac:chgData name="Guest User" userId="" providerId="Windows Live" clId="Web-{73E4CFC6-3A85-41A3-8B25-B91ADF2E8ADB}" dt="2025-10-29T15:30:56.926" v="150" actId="1076"/>
          <ac:picMkLst>
            <pc:docMk/>
            <pc:sldMk cId="1641006016" sldId="412"/>
            <ac:picMk id="9" creationId="{2B88B764-1872-BFA1-6DCF-B2AA9F65D476}"/>
          </ac:picMkLst>
        </pc:picChg>
      </pc:sldChg>
      <pc:sldChg chg="addSp delSp modSp new">
        <pc:chgData name="Guest User" userId="" providerId="Windows Live" clId="Web-{73E4CFC6-3A85-41A3-8B25-B91ADF2E8ADB}" dt="2025-10-29T15:30:33.409" v="142"/>
        <pc:sldMkLst>
          <pc:docMk/>
          <pc:sldMk cId="2377534179" sldId="413"/>
        </pc:sldMkLst>
        <pc:spChg chg="mod">
          <ac:chgData name="Guest User" userId="" providerId="Windows Live" clId="Web-{73E4CFC6-3A85-41A3-8B25-B91ADF2E8ADB}" dt="2025-10-29T15:11:52.482" v="11" actId="20577"/>
          <ac:spMkLst>
            <pc:docMk/>
            <pc:sldMk cId="2377534179" sldId="413"/>
            <ac:spMk id="2" creationId="{1B2E5388-819D-794D-FFE3-163F71AED904}"/>
          </ac:spMkLst>
        </pc:spChg>
        <pc:spChg chg="mod">
          <ac:chgData name="Guest User" userId="" providerId="Windows Live" clId="Web-{73E4CFC6-3A85-41A3-8B25-B91ADF2E8ADB}" dt="2025-10-29T15:27:21.890" v="120" actId="1076"/>
          <ac:spMkLst>
            <pc:docMk/>
            <pc:sldMk cId="2377534179" sldId="413"/>
            <ac:spMk id="4" creationId="{C765B859-F491-55E6-B05C-A8AB6A29DBCF}"/>
          </ac:spMkLst>
        </pc:spChg>
        <pc:picChg chg="add del mod ord">
          <ac:chgData name="Guest User" userId="" providerId="Windows Live" clId="Web-{73E4CFC6-3A85-41A3-8B25-B91ADF2E8ADB}" dt="2025-10-29T15:30:33.409" v="142"/>
          <ac:picMkLst>
            <pc:docMk/>
            <pc:sldMk cId="2377534179" sldId="413"/>
            <ac:picMk id="5" creationId="{72288E35-72DC-D46F-8748-CFA0913A344F}"/>
          </ac:picMkLst>
        </pc:picChg>
      </pc:sldChg>
      <pc:sldChg chg="addSp delSp modSp new">
        <pc:chgData name="Guest User" userId="" providerId="Windows Live" clId="Web-{73E4CFC6-3A85-41A3-8B25-B91ADF2E8ADB}" dt="2025-10-29T15:27:29.484" v="123" actId="1076"/>
        <pc:sldMkLst>
          <pc:docMk/>
          <pc:sldMk cId="1029441286" sldId="414"/>
        </pc:sldMkLst>
        <pc:spChg chg="mod">
          <ac:chgData name="Guest User" userId="" providerId="Windows Live" clId="Web-{73E4CFC6-3A85-41A3-8B25-B91ADF2E8ADB}" dt="2025-10-29T15:20:30.755" v="29" actId="20577"/>
          <ac:spMkLst>
            <pc:docMk/>
            <pc:sldMk cId="1029441286" sldId="414"/>
            <ac:spMk id="2" creationId="{1D7C1E34-9AFE-11A9-4FFF-3E2E72941AAF}"/>
          </ac:spMkLst>
        </pc:spChg>
        <pc:spChg chg="mod">
          <ac:chgData name="Guest User" userId="" providerId="Windows Live" clId="Web-{73E4CFC6-3A85-41A3-8B25-B91ADF2E8ADB}" dt="2025-10-29T15:27:29.484" v="123" actId="1076"/>
          <ac:spMkLst>
            <pc:docMk/>
            <pc:sldMk cId="1029441286" sldId="414"/>
            <ac:spMk id="4" creationId="{40D00364-47DE-59A2-941F-4326257F6A36}"/>
          </ac:spMkLst>
        </pc:spChg>
        <pc:picChg chg="add mod ord">
          <ac:chgData name="Guest User" userId="" providerId="Windows Live" clId="Web-{73E4CFC6-3A85-41A3-8B25-B91ADF2E8ADB}" dt="2025-10-29T15:20:18.646" v="15"/>
          <ac:picMkLst>
            <pc:docMk/>
            <pc:sldMk cId="1029441286" sldId="414"/>
            <ac:picMk id="5" creationId="{92BEB8AB-6D4B-22E4-AF9A-2297F88B3034}"/>
          </ac:picMkLst>
        </pc:picChg>
      </pc:sldChg>
      <pc:sldChg chg="addSp delSp modSp new">
        <pc:chgData name="Guest User" userId="" providerId="Windows Live" clId="Web-{73E4CFC6-3A85-41A3-8B25-B91ADF2E8ADB}" dt="2025-10-29T15:27:38.156" v="126" actId="1076"/>
        <pc:sldMkLst>
          <pc:docMk/>
          <pc:sldMk cId="1094523038" sldId="415"/>
        </pc:sldMkLst>
        <pc:spChg chg="mod">
          <ac:chgData name="Guest User" userId="" providerId="Windows Live" clId="Web-{73E4CFC6-3A85-41A3-8B25-B91ADF2E8ADB}" dt="2025-10-29T15:23:44.417" v="71" actId="20577"/>
          <ac:spMkLst>
            <pc:docMk/>
            <pc:sldMk cId="1094523038" sldId="415"/>
            <ac:spMk id="2" creationId="{90F04917-AE3D-FB00-BCC4-945314843AC3}"/>
          </ac:spMkLst>
        </pc:spChg>
        <pc:spChg chg="mod">
          <ac:chgData name="Guest User" userId="" providerId="Windows Live" clId="Web-{73E4CFC6-3A85-41A3-8B25-B91ADF2E8ADB}" dt="2025-10-29T15:27:38.156" v="126" actId="1076"/>
          <ac:spMkLst>
            <pc:docMk/>
            <pc:sldMk cId="1094523038" sldId="415"/>
            <ac:spMk id="4" creationId="{CC944097-66F7-B75A-D36E-3FD05865523F}"/>
          </ac:spMkLst>
        </pc:spChg>
        <pc:picChg chg="add mod ord">
          <ac:chgData name="Guest User" userId="" providerId="Windows Live" clId="Web-{73E4CFC6-3A85-41A3-8B25-B91ADF2E8ADB}" dt="2025-10-29T15:21:07.522" v="30"/>
          <ac:picMkLst>
            <pc:docMk/>
            <pc:sldMk cId="1094523038" sldId="415"/>
            <ac:picMk id="5" creationId="{7A2FEB47-FD79-B634-3ADD-CF4ED09CE277}"/>
          </ac:picMkLst>
        </pc:picChg>
      </pc:sldChg>
      <pc:sldChg chg="addSp delSp modSp new">
        <pc:chgData name="Guest User" userId="" providerId="Windows Live" clId="Web-{73E4CFC6-3A85-41A3-8B25-B91ADF2E8ADB}" dt="2025-10-29T15:27:45.828" v="128" actId="1076"/>
        <pc:sldMkLst>
          <pc:docMk/>
          <pc:sldMk cId="4032408361" sldId="416"/>
        </pc:sldMkLst>
        <pc:spChg chg="mod">
          <ac:chgData name="Guest User" userId="" providerId="Windows Live" clId="Web-{73E4CFC6-3A85-41A3-8B25-B91ADF2E8ADB}" dt="2025-10-29T15:23:41.042" v="70" actId="20577"/>
          <ac:spMkLst>
            <pc:docMk/>
            <pc:sldMk cId="4032408361" sldId="416"/>
            <ac:spMk id="2" creationId="{EB732D4B-1023-E117-9F7C-CD370504DEDC}"/>
          </ac:spMkLst>
        </pc:spChg>
        <pc:spChg chg="mod">
          <ac:chgData name="Guest User" userId="" providerId="Windows Live" clId="Web-{73E4CFC6-3A85-41A3-8B25-B91ADF2E8ADB}" dt="2025-10-29T15:27:45.828" v="128" actId="1076"/>
          <ac:spMkLst>
            <pc:docMk/>
            <pc:sldMk cId="4032408361" sldId="416"/>
            <ac:spMk id="4" creationId="{0C83D0CC-3861-1086-BF4A-4B2408AE8AA6}"/>
          </ac:spMkLst>
        </pc:spChg>
        <pc:picChg chg="add mod ord">
          <ac:chgData name="Guest User" userId="" providerId="Windows Live" clId="Web-{73E4CFC6-3A85-41A3-8B25-B91ADF2E8ADB}" dt="2025-10-29T15:23:36.354" v="59"/>
          <ac:picMkLst>
            <pc:docMk/>
            <pc:sldMk cId="4032408361" sldId="416"/>
            <ac:picMk id="5" creationId="{87F42BAB-F722-D14F-74B6-24A1A9171B68}"/>
          </ac:picMkLst>
        </pc:picChg>
      </pc:sldChg>
      <pc:sldChg chg="addSp delSp modSp new">
        <pc:chgData name="Guest User" userId="" providerId="Windows Live" clId="Web-{73E4CFC6-3A85-41A3-8B25-B91ADF2E8ADB}" dt="2025-10-29T15:27:53.297" v="130" actId="1076"/>
        <pc:sldMkLst>
          <pc:docMk/>
          <pc:sldMk cId="3806591168" sldId="417"/>
        </pc:sldMkLst>
        <pc:spChg chg="mod">
          <ac:chgData name="Guest User" userId="" providerId="Windows Live" clId="Web-{73E4CFC6-3A85-41A3-8B25-B91ADF2E8ADB}" dt="2025-10-29T15:24:42.512" v="80" actId="20577"/>
          <ac:spMkLst>
            <pc:docMk/>
            <pc:sldMk cId="3806591168" sldId="417"/>
            <ac:spMk id="2" creationId="{3DE2C117-EAD7-BF39-778E-9E700B53655D}"/>
          </ac:spMkLst>
        </pc:spChg>
        <pc:spChg chg="mod">
          <ac:chgData name="Guest User" userId="" providerId="Windows Live" clId="Web-{73E4CFC6-3A85-41A3-8B25-B91ADF2E8ADB}" dt="2025-10-29T15:27:53.297" v="130" actId="1076"/>
          <ac:spMkLst>
            <pc:docMk/>
            <pc:sldMk cId="3806591168" sldId="417"/>
            <ac:spMk id="4" creationId="{E17912B7-1906-9C6A-1B8F-B06C9EB8514D}"/>
          </ac:spMkLst>
        </pc:spChg>
        <pc:picChg chg="add mod ord">
          <ac:chgData name="Guest User" userId="" providerId="Windows Live" clId="Web-{73E4CFC6-3A85-41A3-8B25-B91ADF2E8ADB}" dt="2025-10-29T15:24:09.574" v="72"/>
          <ac:picMkLst>
            <pc:docMk/>
            <pc:sldMk cId="3806591168" sldId="417"/>
            <ac:picMk id="5" creationId="{2E67AB6D-4A42-DBF2-94C0-8AED492D9C40}"/>
          </ac:picMkLst>
        </pc:picChg>
      </pc:sldChg>
      <pc:sldChg chg="addSp delSp modSp new">
        <pc:chgData name="Guest User" userId="" providerId="Windows Live" clId="Web-{73E4CFC6-3A85-41A3-8B25-B91ADF2E8ADB}" dt="2025-10-29T15:28:01.969" v="132" actId="1076"/>
        <pc:sldMkLst>
          <pc:docMk/>
          <pc:sldMk cId="873706100" sldId="418"/>
        </pc:sldMkLst>
        <pc:spChg chg="mod">
          <ac:chgData name="Guest User" userId="" providerId="Windows Live" clId="Web-{73E4CFC6-3A85-41A3-8B25-B91ADF2E8ADB}" dt="2025-10-29T15:24:52.512" v="93" actId="20577"/>
          <ac:spMkLst>
            <pc:docMk/>
            <pc:sldMk cId="873706100" sldId="418"/>
            <ac:spMk id="2" creationId="{770D0066-6E09-8E00-9C83-D76E2390E21A}"/>
          </ac:spMkLst>
        </pc:spChg>
        <pc:spChg chg="mod">
          <ac:chgData name="Guest User" userId="" providerId="Windows Live" clId="Web-{73E4CFC6-3A85-41A3-8B25-B91ADF2E8ADB}" dt="2025-10-29T15:28:01.969" v="132" actId="1076"/>
          <ac:spMkLst>
            <pc:docMk/>
            <pc:sldMk cId="873706100" sldId="418"/>
            <ac:spMk id="4" creationId="{7C3C2C99-10BD-B342-B9D4-2E933071D276}"/>
          </ac:spMkLst>
        </pc:spChg>
        <pc:picChg chg="add mod ord">
          <ac:chgData name="Guest User" userId="" providerId="Windows Live" clId="Web-{73E4CFC6-3A85-41A3-8B25-B91ADF2E8ADB}" dt="2025-10-29T15:24:44.778" v="81"/>
          <ac:picMkLst>
            <pc:docMk/>
            <pc:sldMk cId="873706100" sldId="418"/>
            <ac:picMk id="5" creationId="{7022A573-7EE1-689F-505D-3B400A0557FC}"/>
          </ac:picMkLst>
        </pc:picChg>
      </pc:sldChg>
      <pc:sldChg chg="new">
        <pc:chgData name="Guest User" userId="" providerId="Windows Live" clId="Web-{73E4CFC6-3A85-41A3-8B25-B91ADF2E8ADB}" dt="2025-10-29T15:22:47.853" v="54"/>
        <pc:sldMkLst>
          <pc:docMk/>
          <pc:sldMk cId="1315717593" sldId="419"/>
        </pc:sldMkLst>
      </pc:sldChg>
      <pc:sldChg chg="new">
        <pc:chgData name="Guest User" userId="" providerId="Windows Live" clId="Web-{73E4CFC6-3A85-41A3-8B25-B91ADF2E8ADB}" dt="2025-10-29T15:22:48.478" v="55"/>
        <pc:sldMkLst>
          <pc:docMk/>
          <pc:sldMk cId="3356478631" sldId="420"/>
        </pc:sldMkLst>
      </pc:sldChg>
      <pc:sldChg chg="new">
        <pc:chgData name="Guest User" userId="" providerId="Windows Live" clId="Web-{73E4CFC6-3A85-41A3-8B25-B91ADF2E8ADB}" dt="2025-10-29T15:22:49.915" v="56"/>
        <pc:sldMkLst>
          <pc:docMk/>
          <pc:sldMk cId="1772559097" sldId="421"/>
        </pc:sldMkLst>
      </pc:sldChg>
      <pc:sldChg chg="new">
        <pc:chgData name="Guest User" userId="" providerId="Windows Live" clId="Web-{73E4CFC6-3A85-41A3-8B25-B91ADF2E8ADB}" dt="2025-10-29T15:22:50.665" v="57"/>
        <pc:sldMkLst>
          <pc:docMk/>
          <pc:sldMk cId="1488899498" sldId="422"/>
        </pc:sldMkLst>
      </pc:sldChg>
      <pc:sldChg chg="new">
        <pc:chgData name="Guest User" userId="" providerId="Windows Live" clId="Web-{73E4CFC6-3A85-41A3-8B25-B91ADF2E8ADB}" dt="2025-10-29T15:22:54.681" v="58"/>
        <pc:sldMkLst>
          <pc:docMk/>
          <pc:sldMk cId="1967501587" sldId="423"/>
        </pc:sldMkLst>
      </pc:sldChg>
      <pc:sldChg chg="addSp delSp modSp new">
        <pc:chgData name="Guest User" userId="" providerId="Windows Live" clId="Web-{73E4CFC6-3A85-41A3-8B25-B91ADF2E8ADB}" dt="2025-10-29T15:30:33.737" v="143" actId="1076"/>
        <pc:sldMkLst>
          <pc:docMk/>
          <pc:sldMk cId="3741947625" sldId="424"/>
        </pc:sldMkLst>
        <pc:spChg chg="mod">
          <ac:chgData name="Guest User" userId="" providerId="Windows Live" clId="Web-{73E4CFC6-3A85-41A3-8B25-B91ADF2E8ADB}" dt="2025-10-29T15:26:44.437" v="114" actId="20577"/>
          <ac:spMkLst>
            <pc:docMk/>
            <pc:sldMk cId="3741947625" sldId="424"/>
            <ac:spMk id="2" creationId="{4EBD809F-37D5-CD43-70E1-459616AFDAF8}"/>
          </ac:spMkLst>
        </pc:spChg>
        <pc:spChg chg="mod">
          <ac:chgData name="Guest User" userId="" providerId="Windows Live" clId="Web-{73E4CFC6-3A85-41A3-8B25-B91ADF2E8ADB}" dt="2025-10-29T15:30:33.737" v="143" actId="1076"/>
          <ac:spMkLst>
            <pc:docMk/>
            <pc:sldMk cId="3741947625" sldId="424"/>
            <ac:spMk id="4" creationId="{E8C67D54-A238-5AB6-56BA-7DD6D82BA2DD}"/>
          </ac:spMkLst>
        </pc:spChg>
        <pc:picChg chg="add mod ord">
          <ac:chgData name="Guest User" userId="" providerId="Windows Live" clId="Web-{73E4CFC6-3A85-41A3-8B25-B91ADF2E8ADB}" dt="2025-10-29T15:25:18.404" v="96"/>
          <ac:picMkLst>
            <pc:docMk/>
            <pc:sldMk cId="3741947625" sldId="424"/>
            <ac:picMk id="5" creationId="{7D9DFEC8-F076-D3B6-0E7B-4666B94CB385}"/>
          </ac:picMkLst>
        </pc:picChg>
      </pc:sldChg>
    </pc:docChg>
  </pc:docChgLst>
  <pc:docChgLst>
    <pc:chgData name="Glenn Accad" userId="37517598972bb8e0" providerId="Windows Live" clId="Web-{CFF82934-DE80-8C12-35B6-EE754A5FA95D}"/>
    <pc:docChg chg="modSld">
      <pc:chgData name="Glenn Accad" userId="37517598972bb8e0" providerId="Windows Live" clId="Web-{CFF82934-DE80-8C12-35B6-EE754A5FA95D}" dt="2025-10-30T01:32:30.850" v="361" actId="20577"/>
      <pc:docMkLst>
        <pc:docMk/>
      </pc:docMkLst>
      <pc:sldChg chg="modSp">
        <pc:chgData name="Glenn Accad" userId="37517598972bb8e0" providerId="Windows Live" clId="Web-{CFF82934-DE80-8C12-35B6-EE754A5FA95D}" dt="2025-10-30T01:32:30.850" v="361" actId="20577"/>
        <pc:sldMkLst>
          <pc:docMk/>
          <pc:sldMk cId="3101308555" sldId="381"/>
        </pc:sldMkLst>
        <pc:spChg chg="mod">
          <ac:chgData name="Glenn Accad" userId="37517598972bb8e0" providerId="Windows Live" clId="Web-{CFF82934-DE80-8C12-35B6-EE754A5FA95D}" dt="2025-10-30T01:32:30.850" v="361" actId="20577"/>
          <ac:spMkLst>
            <pc:docMk/>
            <pc:sldMk cId="3101308555" sldId="381"/>
            <ac:spMk id="6" creationId="{B973C4D1-98CE-C0A7-7753-34F394B67D64}"/>
          </ac:spMkLst>
        </pc:spChg>
      </pc:sldChg>
      <pc:sldChg chg="modSp">
        <pc:chgData name="Glenn Accad" userId="37517598972bb8e0" providerId="Windows Live" clId="Web-{CFF82934-DE80-8C12-35B6-EE754A5FA95D}" dt="2025-10-30T01:32:23.256" v="359" actId="20577"/>
        <pc:sldMkLst>
          <pc:docMk/>
          <pc:sldMk cId="3412024488" sldId="383"/>
        </pc:sldMkLst>
        <pc:spChg chg="mod">
          <ac:chgData name="Glenn Accad" userId="37517598972bb8e0" providerId="Windows Live" clId="Web-{CFF82934-DE80-8C12-35B6-EE754A5FA95D}" dt="2025-10-30T01:32:23.256" v="359" actId="20577"/>
          <ac:spMkLst>
            <pc:docMk/>
            <pc:sldMk cId="3412024488" sldId="383"/>
            <ac:spMk id="2" creationId="{79AC4F92-D192-4855-D5F1-875584C2F19C}"/>
          </ac:spMkLst>
        </pc:spChg>
      </pc:sldChg>
      <pc:sldChg chg="modSp">
        <pc:chgData name="Glenn Accad" userId="37517598972bb8e0" providerId="Windows Live" clId="Web-{CFF82934-DE80-8C12-35B6-EE754A5FA95D}" dt="2025-10-30T01:31:40.427" v="355" actId="20577"/>
        <pc:sldMkLst>
          <pc:docMk/>
          <pc:sldMk cId="2496496024" sldId="385"/>
        </pc:sldMkLst>
        <pc:spChg chg="mod">
          <ac:chgData name="Glenn Accad" userId="37517598972bb8e0" providerId="Windows Live" clId="Web-{CFF82934-DE80-8C12-35B6-EE754A5FA95D}" dt="2025-10-30T01:31:40.427" v="355" actId="20577"/>
          <ac:spMkLst>
            <pc:docMk/>
            <pc:sldMk cId="2496496024" sldId="385"/>
            <ac:spMk id="3" creationId="{49F2C6E6-9CC1-5438-7E8A-170FE5B0988E}"/>
          </ac:spMkLst>
        </pc:spChg>
      </pc:sldChg>
    </pc:docChg>
  </pc:docChgLst>
  <pc:docChgLst>
    <pc:chgData name="Guest User" providerId="Windows Live" clId="Web-{AFC8D5FA-0CEA-4667-819F-A58DDF9BF689}"/>
    <pc:docChg chg="modSld">
      <pc:chgData name="Guest User" userId="" providerId="Windows Live" clId="Web-{AFC8D5FA-0CEA-4667-819F-A58DDF9BF689}" dt="2025-11-17T07:50:56.145" v="1" actId="20577"/>
      <pc:docMkLst>
        <pc:docMk/>
      </pc:docMkLst>
      <pc:sldChg chg="modSp">
        <pc:chgData name="Guest User" userId="" providerId="Windows Live" clId="Web-{AFC8D5FA-0CEA-4667-819F-A58DDF9BF689}" dt="2025-11-17T07:50:56.145" v="1" actId="20577"/>
        <pc:sldMkLst>
          <pc:docMk/>
          <pc:sldMk cId="268111493" sldId="387"/>
        </pc:sldMkLst>
        <pc:spChg chg="mod">
          <ac:chgData name="Guest User" userId="" providerId="Windows Live" clId="Web-{AFC8D5FA-0CEA-4667-819F-A58DDF9BF689}" dt="2025-11-17T07:50:56.145" v="1" actId="20577"/>
          <ac:spMkLst>
            <pc:docMk/>
            <pc:sldMk cId="268111493" sldId="387"/>
            <ac:spMk id="3" creationId="{84E0491D-BF88-E690-B78D-0A5779D95303}"/>
          </ac:spMkLst>
        </pc:spChg>
      </pc:sldChg>
    </pc:docChg>
  </pc:docChgLst>
  <pc:docChgLst>
    <pc:chgData name="Guest User" providerId="Windows Live" clId="Web-{A6CE583E-E2F3-4DAB-A734-A7BD802F9389}"/>
    <pc:docChg chg="modSld">
      <pc:chgData name="Guest User" userId="" providerId="Windows Live" clId="Web-{A6CE583E-E2F3-4DAB-A734-A7BD802F9389}" dt="2025-10-29T12:20:32.974" v="61" actId="20577"/>
      <pc:docMkLst>
        <pc:docMk/>
      </pc:docMkLst>
      <pc:sldChg chg="modSp">
        <pc:chgData name="Guest User" userId="" providerId="Windows Live" clId="Web-{A6CE583E-E2F3-4DAB-A734-A7BD802F9389}" dt="2025-10-29T12:20:32.974" v="61" actId="20577"/>
        <pc:sldMkLst>
          <pc:docMk/>
          <pc:sldMk cId="2496496024" sldId="385"/>
        </pc:sldMkLst>
        <pc:spChg chg="mod">
          <ac:chgData name="Guest User" userId="" providerId="Windows Live" clId="Web-{A6CE583E-E2F3-4DAB-A734-A7BD802F9389}" dt="2025-10-29T12:20:32.974" v="61" actId="20577"/>
          <ac:spMkLst>
            <pc:docMk/>
            <pc:sldMk cId="2496496024" sldId="385"/>
            <ac:spMk id="3" creationId="{49F2C6E6-9CC1-5438-7E8A-170FE5B0988E}"/>
          </ac:spMkLst>
        </pc:spChg>
      </pc:sldChg>
      <pc:sldChg chg="modSp">
        <pc:chgData name="Guest User" userId="" providerId="Windows Live" clId="Web-{A6CE583E-E2F3-4DAB-A734-A7BD802F9389}" dt="2025-10-29T12:06:56.267" v="59" actId="20577"/>
        <pc:sldMkLst>
          <pc:docMk/>
          <pc:sldMk cId="3267194054" sldId="394"/>
        </pc:sldMkLst>
        <pc:spChg chg="mod">
          <ac:chgData name="Guest User" userId="" providerId="Windows Live" clId="Web-{A6CE583E-E2F3-4DAB-A734-A7BD802F9389}" dt="2025-10-29T12:06:56.267" v="59" actId="20577"/>
          <ac:spMkLst>
            <pc:docMk/>
            <pc:sldMk cId="3267194054" sldId="394"/>
            <ac:spMk id="6" creationId="{501511BD-59D4-4F2F-36BC-38BD1E6CB8E5}"/>
          </ac:spMkLst>
        </pc:spChg>
      </pc:sldChg>
    </pc:docChg>
  </pc:docChgLst>
  <pc:docChgLst>
    <pc:chgData name="Glenn Accad" userId="37517598972bb8e0" providerId="Windows Live" clId="Web-{C40E03AD-8D5C-C9AE-44EC-A89E33CDF73C}"/>
    <pc:docChg chg="addSld modSld">
      <pc:chgData name="Glenn Accad" userId="37517598972bb8e0" providerId="Windows Live" clId="Web-{C40E03AD-8D5C-C9AE-44EC-A89E33CDF73C}" dt="2025-10-30T02:46:21.574" v="51" actId="20577"/>
      <pc:docMkLst>
        <pc:docMk/>
      </pc:docMkLst>
      <pc:sldChg chg="modSp">
        <pc:chgData name="Glenn Accad" userId="37517598972bb8e0" providerId="Windows Live" clId="Web-{C40E03AD-8D5C-C9AE-44EC-A89E33CDF73C}" dt="2025-10-30T02:43:29.974" v="31" actId="20577"/>
        <pc:sldMkLst>
          <pc:docMk/>
          <pc:sldMk cId="171083451" sldId="378"/>
        </pc:sldMkLst>
        <pc:spChg chg="mod">
          <ac:chgData name="Glenn Accad" userId="37517598972bb8e0" providerId="Windows Live" clId="Web-{C40E03AD-8D5C-C9AE-44EC-A89E33CDF73C}" dt="2025-10-30T02:43:29.974" v="31" actId="20577"/>
          <ac:spMkLst>
            <pc:docMk/>
            <pc:sldMk cId="171083451" sldId="378"/>
            <ac:spMk id="3" creationId="{00000000-0000-0000-0000-000000000000}"/>
          </ac:spMkLst>
        </pc:spChg>
      </pc:sldChg>
      <pc:sldChg chg="modSp">
        <pc:chgData name="Glenn Accad" userId="37517598972bb8e0" providerId="Windows Live" clId="Web-{C40E03AD-8D5C-C9AE-44EC-A89E33CDF73C}" dt="2025-10-30T02:43:15.208" v="28" actId="20577"/>
        <pc:sldMkLst>
          <pc:docMk/>
          <pc:sldMk cId="2496496024" sldId="385"/>
        </pc:sldMkLst>
        <pc:spChg chg="mod">
          <ac:chgData name="Glenn Accad" userId="37517598972bb8e0" providerId="Windows Live" clId="Web-{C40E03AD-8D5C-C9AE-44EC-A89E33CDF73C}" dt="2025-10-30T02:43:15.208" v="28" actId="20577"/>
          <ac:spMkLst>
            <pc:docMk/>
            <pc:sldMk cId="2496496024" sldId="385"/>
            <ac:spMk id="3" creationId="{49F2C6E6-9CC1-5438-7E8A-170FE5B0988E}"/>
          </ac:spMkLst>
        </pc:spChg>
      </pc:sldChg>
      <pc:sldChg chg="modSp">
        <pc:chgData name="Glenn Accad" userId="37517598972bb8e0" providerId="Windows Live" clId="Web-{C40E03AD-8D5C-C9AE-44EC-A89E33CDF73C}" dt="2025-10-30T02:40:33.291" v="24" actId="20577"/>
        <pc:sldMkLst>
          <pc:docMk/>
          <pc:sldMk cId="3875857840" sldId="395"/>
        </pc:sldMkLst>
        <pc:spChg chg="mod">
          <ac:chgData name="Glenn Accad" userId="37517598972bb8e0" providerId="Windows Live" clId="Web-{C40E03AD-8D5C-C9AE-44EC-A89E33CDF73C}" dt="2025-10-30T02:40:33.291" v="24" actId="20577"/>
          <ac:spMkLst>
            <pc:docMk/>
            <pc:sldMk cId="3875857840" sldId="395"/>
            <ac:spMk id="3" creationId="{2FE3D0F4-A474-7B12-76FD-2C32E243ECA8}"/>
          </ac:spMkLst>
        </pc:spChg>
        <pc:spChg chg="mod">
          <ac:chgData name="Glenn Accad" userId="37517598972bb8e0" providerId="Windows Live" clId="Web-{C40E03AD-8D5C-C9AE-44EC-A89E33CDF73C}" dt="2025-10-30T02:40:25.212" v="13" actId="20577"/>
          <ac:spMkLst>
            <pc:docMk/>
            <pc:sldMk cId="3875857840" sldId="395"/>
            <ac:spMk id="7" creationId="{424BFAD8-70D9-F7D2-52A1-53F62B007097}"/>
          </ac:spMkLst>
        </pc:spChg>
      </pc:sldChg>
      <pc:sldChg chg="modSp add replId">
        <pc:chgData name="Glenn Accad" userId="37517598972bb8e0" providerId="Windows Live" clId="Web-{C40E03AD-8D5C-C9AE-44EC-A89E33CDF73C}" dt="2025-10-30T02:46:21.574" v="51" actId="20577"/>
        <pc:sldMkLst>
          <pc:docMk/>
          <pc:sldMk cId="3498432728" sldId="425"/>
        </pc:sldMkLst>
        <pc:spChg chg="mod">
          <ac:chgData name="Glenn Accad" userId="37517598972bb8e0" providerId="Windows Live" clId="Web-{C40E03AD-8D5C-C9AE-44EC-A89E33CDF73C}" dt="2025-10-30T02:46:21.574" v="51" actId="20577"/>
          <ac:spMkLst>
            <pc:docMk/>
            <pc:sldMk cId="3498432728" sldId="425"/>
            <ac:spMk id="3" creationId="{D7FBA08B-F67C-C9C3-2279-78F2AE8259A4}"/>
          </ac:spMkLst>
        </pc:spChg>
      </pc:sldChg>
    </pc:docChg>
  </pc:docChgLst>
  <pc:docChgLst>
    <pc:chgData name="Glenn Accad" userId="37517598972bb8e0" providerId="Windows Live" clId="Web-{FFF3B423-46EB-E58A-B8B6-3EAF55DCDC80}"/>
    <pc:docChg chg="modSld">
      <pc:chgData name="Glenn Accad" userId="37517598972bb8e0" providerId="Windows Live" clId="Web-{FFF3B423-46EB-E58A-B8B6-3EAF55DCDC80}" dt="2025-10-30T03:48:23.232" v="12" actId="20577"/>
      <pc:docMkLst>
        <pc:docMk/>
      </pc:docMkLst>
      <pc:sldChg chg="modSp">
        <pc:chgData name="Glenn Accad" userId="37517598972bb8e0" providerId="Windows Live" clId="Web-{FFF3B423-46EB-E58A-B8B6-3EAF55DCDC80}" dt="2025-10-30T03:39:45.285" v="3" actId="20577"/>
        <pc:sldMkLst>
          <pc:docMk/>
          <pc:sldMk cId="2496496024" sldId="385"/>
        </pc:sldMkLst>
        <pc:spChg chg="mod">
          <ac:chgData name="Glenn Accad" userId="37517598972bb8e0" providerId="Windows Live" clId="Web-{FFF3B423-46EB-E58A-B8B6-3EAF55DCDC80}" dt="2025-10-30T03:39:45.285" v="3" actId="20577"/>
          <ac:spMkLst>
            <pc:docMk/>
            <pc:sldMk cId="2496496024" sldId="385"/>
            <ac:spMk id="3" creationId="{49F2C6E6-9CC1-5438-7E8A-170FE5B0988E}"/>
          </ac:spMkLst>
        </pc:spChg>
      </pc:sldChg>
      <pc:sldChg chg="modSp">
        <pc:chgData name="Glenn Accad" userId="37517598972bb8e0" providerId="Windows Live" clId="Web-{FFF3B423-46EB-E58A-B8B6-3EAF55DCDC80}" dt="2025-10-30T03:48:23.232" v="12" actId="20577"/>
        <pc:sldMkLst>
          <pc:docMk/>
          <pc:sldMk cId="3498432728" sldId="425"/>
        </pc:sldMkLst>
        <pc:spChg chg="mod">
          <ac:chgData name="Glenn Accad" userId="37517598972bb8e0" providerId="Windows Live" clId="Web-{FFF3B423-46EB-E58A-B8B6-3EAF55DCDC80}" dt="2025-10-30T03:48:23.232" v="12" actId="20577"/>
          <ac:spMkLst>
            <pc:docMk/>
            <pc:sldMk cId="3498432728" sldId="425"/>
            <ac:spMk id="3" creationId="{D7FBA08B-F67C-C9C3-2279-78F2AE8259A4}"/>
          </ac:spMkLst>
        </pc:spChg>
      </pc:sldChg>
    </pc:docChg>
  </pc:docChgLst>
  <pc:docChgLst>
    <pc:chgData name="Glenn Accad" userId="37517598972bb8e0" providerId="Windows Live" clId="Web-{FE6FB1E1-2128-773F-FE6A-24A098CCF205}"/>
    <pc:docChg chg="modSld">
      <pc:chgData name="Glenn Accad" userId="37517598972bb8e0" providerId="Windows Live" clId="Web-{FE6FB1E1-2128-773F-FE6A-24A098CCF205}" dt="2025-10-30T01:20:38.755" v="1" actId="20577"/>
      <pc:docMkLst>
        <pc:docMk/>
      </pc:docMkLst>
      <pc:sldChg chg="modSp">
        <pc:chgData name="Glenn Accad" userId="37517598972bb8e0" providerId="Windows Live" clId="Web-{FE6FB1E1-2128-773F-FE6A-24A098CCF205}" dt="2025-10-30T01:20:38.755" v="1" actId="20577"/>
        <pc:sldMkLst>
          <pc:docMk/>
          <pc:sldMk cId="2496496024" sldId="385"/>
        </pc:sldMkLst>
        <pc:spChg chg="mod">
          <ac:chgData name="Glenn Accad" userId="37517598972bb8e0" providerId="Windows Live" clId="Web-{FE6FB1E1-2128-773F-FE6A-24A098CCF205}" dt="2025-10-30T01:20:38.755" v="1" actId="20577"/>
          <ac:spMkLst>
            <pc:docMk/>
            <pc:sldMk cId="2496496024" sldId="385"/>
            <ac:spMk id="3" creationId="{49F2C6E6-9CC1-5438-7E8A-170FE5B0988E}"/>
          </ac:spMkLst>
        </pc:spChg>
      </pc:sldChg>
    </pc:docChg>
  </pc:docChgLst>
  <pc:docChgLst>
    <pc:chgData name="Guest User" providerId="Windows Live" clId="Web-{78FE27D7-2BA6-4E93-BA8B-1DE118C74449}"/>
    <pc:docChg chg="modSld">
      <pc:chgData name="Guest User" userId="" providerId="Windows Live" clId="Web-{78FE27D7-2BA6-4E93-BA8B-1DE118C74449}" dt="2025-11-17T06:12:12.525" v="2" actId="20577"/>
      <pc:docMkLst>
        <pc:docMk/>
      </pc:docMkLst>
      <pc:sldChg chg="modSp">
        <pc:chgData name="Guest User" userId="" providerId="Windows Live" clId="Web-{78FE27D7-2BA6-4E93-BA8B-1DE118C74449}" dt="2025-11-17T06:12:12.525" v="2" actId="20577"/>
        <pc:sldMkLst>
          <pc:docMk/>
          <pc:sldMk cId="2496496024" sldId="385"/>
        </pc:sldMkLst>
        <pc:spChg chg="mod">
          <ac:chgData name="Guest User" userId="" providerId="Windows Live" clId="Web-{78FE27D7-2BA6-4E93-BA8B-1DE118C74449}" dt="2025-11-17T06:12:12.525" v="2" actId="20577"/>
          <ac:spMkLst>
            <pc:docMk/>
            <pc:sldMk cId="2496496024" sldId="385"/>
            <ac:spMk id="3" creationId="{49F2C6E6-9CC1-5438-7E8A-170FE5B0988E}"/>
          </ac:spMkLst>
        </pc:spChg>
      </pc:sldChg>
    </pc:docChg>
  </pc:docChgLst>
  <pc:docChgLst>
    <pc:chgData name="Guest User" providerId="Windows Live" clId="Web-{7A8A3223-C84B-4E13-8C49-36E41A6F6CF4}"/>
    <pc:docChg chg="modSld">
      <pc:chgData name="Guest User" userId="" providerId="Windows Live" clId="Web-{7A8A3223-C84B-4E13-8C49-36E41A6F6CF4}" dt="2025-11-16T11:40:52.024" v="43" actId="20577"/>
      <pc:docMkLst>
        <pc:docMk/>
      </pc:docMkLst>
      <pc:sldChg chg="modSp">
        <pc:chgData name="Guest User" userId="" providerId="Windows Live" clId="Web-{7A8A3223-C84B-4E13-8C49-36E41A6F6CF4}" dt="2025-11-16T11:40:52.024" v="43" actId="20577"/>
        <pc:sldMkLst>
          <pc:docMk/>
          <pc:sldMk cId="2496496024" sldId="385"/>
        </pc:sldMkLst>
        <pc:spChg chg="mod">
          <ac:chgData name="Guest User" userId="" providerId="Windows Live" clId="Web-{7A8A3223-C84B-4E13-8C49-36E41A6F6CF4}" dt="2025-11-16T11:40:52.024" v="43" actId="20577"/>
          <ac:spMkLst>
            <pc:docMk/>
            <pc:sldMk cId="2496496024" sldId="385"/>
            <ac:spMk id="3" creationId="{49F2C6E6-9CC1-5438-7E8A-170FE5B0988E}"/>
          </ac:spMkLst>
        </pc:spChg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CFD1A4EC-0E2A-4318-AB1C-9E133E1769C8}" type="datetimeFigureOut">
              <a:rPr lang="en-US" smtClean="0"/>
              <a:pPr/>
              <a:t>11/17/2025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E8289CB0-A86B-4211-A648-37BD3FDE54B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6036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87A85BE4-99B6-47AC-ADFD-2B18346A1E08}" type="datetimeFigureOut">
              <a:rPr lang="en-US" smtClean="0"/>
              <a:pPr/>
              <a:t>11/17/2025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7CD1BEFB-0C94-4468-8105-C6AFEF24F6B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5190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2626" y="4782373"/>
            <a:ext cx="2461859" cy="187621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0" b="98361" l="9455" r="89455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5586" y="3409508"/>
            <a:ext cx="2275938" cy="1514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9162989"/>
      </p:ext>
    </p:extLst>
  </p:cSld>
  <p:clrMapOvr>
    <a:masterClrMapping/>
  </p:clrMapOvr>
  <p:transition>
    <p:fade thruBlk="1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62000"/>
            <a:ext cx="10972800" cy="685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876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F70FBD85-7FF4-40AC-94C6-23BF633C6D67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2503172"/>
      </p:ext>
    </p:extLst>
  </p:cSld>
  <p:clrMapOvr>
    <a:masterClrMapping/>
  </p:clrMapOvr>
  <p:transition>
    <p:fade thruBlk="1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83483854"/>
      </p:ext>
    </p:extLst>
  </p:cSld>
  <p:clrMapOvr>
    <a:masterClrMapping/>
  </p:clrMapOvr>
  <p:transition>
    <p:fade thruBlk="1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56278276"/>
      </p:ext>
    </p:extLst>
  </p:cSld>
  <p:clrMapOvr>
    <a:masterClrMapping/>
  </p:clrMapOvr>
  <p:transition>
    <p:fade thruBlk="1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43783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43783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47047684"/>
      </p:ext>
    </p:extLst>
  </p:cSld>
  <p:clrMapOvr>
    <a:masterClrMapping/>
  </p:clrMapOvr>
  <p:transition>
    <p:fade thruBlk="1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F70FBD85-7FF4-40AC-94C6-23BF633C6D67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7486243"/>
      </p:ext>
    </p:extLst>
  </p:cSld>
  <p:clrMapOvr>
    <a:masterClrMapping/>
  </p:clrMapOvr>
  <p:transition>
    <p:fade thruBlk="1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F70FBD85-7FF4-40AC-94C6-23BF633C6D67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4472240"/>
      </p:ext>
    </p:extLst>
  </p:cSld>
  <p:clrMapOvr>
    <a:masterClrMapping/>
  </p:clrMapOvr>
  <p:transition>
    <p:fade thruBlk="1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762000"/>
            <a:ext cx="4011084" cy="914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62801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676401"/>
            <a:ext cx="4011084" cy="48768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42412802"/>
      </p:ext>
    </p:extLst>
  </p:cSld>
  <p:clrMapOvr>
    <a:masterClrMapping/>
  </p:clrMapOvr>
  <p:transition>
    <p:fade thruBlk="1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30174400"/>
      </p:ext>
    </p:extLst>
  </p:cSld>
  <p:clrMapOvr>
    <a:masterClrMapping/>
  </p:clrMapOvr>
  <p:transition>
    <p:fade thruBlk="1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F70FBD85-7FF4-40AC-94C6-23BF633C6D67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3648405"/>
      </p:ext>
    </p:extLst>
  </p:cSld>
  <p:clrMapOvr>
    <a:masterClrMapping/>
  </p:clrMapOvr>
  <p:transition>
    <p:fade thruBlk="1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F70FBD85-7FF4-40AC-94C6-23BF633C6D67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7474233"/>
      </p:ext>
    </p:extLst>
  </p:cSld>
  <p:clrMapOvr>
    <a:masterClrMapping/>
  </p:clrMapOvr>
  <p:transition>
    <p:fade thruBlk="1"/>
  </p:transition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7" descr="BG01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762000"/>
            <a:ext cx="109728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876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312366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ransition>
    <p:fade thruBlk="1"/>
  </p:transition>
  <p:hf sldNum="0" hdr="0" dt="0"/>
  <p:txStyles>
    <p:titleStyle>
      <a:lvl1pPr algn="ctr" defTabSz="914400" rtl="0" eaLnBrk="1" latinLnBrk="0" hangingPunct="1"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Courier New" pitchFamily="49" charset="0"/>
        <a:buChar char="o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Wingdings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SzPct val="70000"/>
        <a:buFont typeface="Wingdings" pitchFamily="2" charset="2"/>
        <a:buChar char="q"/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Wingdings" pitchFamily="2" charset="2"/>
        <a:buChar char="Ø"/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05156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04A99"/>
                </a:solidFill>
                <a:latin typeface="Calibri"/>
              </a:rPr>
              <a:t>MOCK DEFENSE  |  GAMEPLAY MECHANICS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4672" y="141732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400" b="1">
                <a:solidFill>
                  <a:srgbClr val="003366"/>
                </a:solidFill>
                <a:latin typeface="Calibri"/>
              </a:rPr>
              <a:t>SandEE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377440"/>
            <a:ext cx="10241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>
                <a:solidFill>
                  <a:srgbClr val="222222"/>
                </a:solidFill>
                <a:latin typeface="Calibri"/>
              </a:rPr>
              <a:t>How the Game Is Played: A Walkthrough of the Gameplay Mechanics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3310128"/>
            <a:ext cx="3108960" cy="64008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493008"/>
            <a:ext cx="10424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555F6B"/>
                </a:solidFill>
                <a:latin typeface="Calibri"/>
              </a:rPr>
              <a:t>An educational 2D open-world survival crafting game for Lua and Python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526280"/>
            <a:ext cx="10424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222222"/>
                </a:solidFill>
                <a:latin typeface="Calibri"/>
              </a:rPr>
              <a:t>Glenn Marco B. Accad   •   Adrian V. Gallano   •   Jefferson G. Mamauag   •   Jose Mari Christian V. Tayag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983480"/>
            <a:ext cx="10424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55F6B"/>
                </a:solidFill>
                <a:latin typeface="Calibri"/>
              </a:rPr>
              <a:t>Bachelor of Science in Computer Science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6364224"/>
            <a:ext cx="10972800" cy="10972"/>
          </a:xfrm>
          <a:prstGeom prst="rect">
            <a:avLst/>
          </a:prstGeom>
          <a:solidFill>
            <a:srgbClr val="D5D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641908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555F6B"/>
                </a:solidFill>
                <a:latin typeface="Calibri"/>
              </a:rPr>
              <a:t>STI College San Jose Del Monte  |  SandEE Mock Defense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19088"/>
            <a:ext cx="685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555F6B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66928"/>
            <a:ext cx="10698480" cy="658368"/>
          </a:xfrm>
        </p:spPr>
        <p:txBody>
          <a:bodyPr wrap="square"/>
          <a:lstStyle/>
          <a:p>
            <a:pPr algn="l"/>
            <a:r>
              <a:rPr sz="3000" b="1">
                <a:solidFill>
                  <a:srgbClr val="003366"/>
                </a:solidFill>
                <a:latin typeface="Calibri"/>
              </a:rPr>
              <a:t>What SandEE 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7240" y="1627632"/>
            <a:ext cx="10561320" cy="4526280"/>
          </a:xfrm>
        </p:spPr>
        <p:txBody>
          <a:bodyPr wrap="square" anchor="t">
            <a:noAutofit/>
          </a:bodyPr>
          <a:lstStyle/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1750" b="1">
                <a:solidFill>
                  <a:srgbClr val="004A99"/>
                </a:solidFill>
                <a:latin typeface="Calibri"/>
              </a:rPr>
              <a:t>A 2D open-world survival crafting game  </a:t>
            </a:r>
            <a:r>
              <a:rPr sz="1750">
                <a:solidFill>
                  <a:srgbClr val="222222"/>
                </a:solidFill>
                <a:latin typeface="Calibri"/>
              </a:rPr>
              <a:t>that teaches Lua and Python through play, not through a separate lecture.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1750" b="1">
                <a:solidFill>
                  <a:srgbClr val="004A99"/>
                </a:solidFill>
                <a:latin typeface="Calibri"/>
              </a:rPr>
              <a:t>The player explores a generated world  </a:t>
            </a:r>
            <a:r>
              <a:rPr sz="1750">
                <a:solidFill>
                  <a:srgbClr val="222222"/>
                </a:solidFill>
                <a:latin typeface="Calibri"/>
              </a:rPr>
              <a:t>of biomes, caves, resources, enemies, and dungeon entrances.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1750" b="1">
                <a:solidFill>
                  <a:srgbClr val="004A99"/>
                </a:solidFill>
                <a:latin typeface="Calibri"/>
              </a:rPr>
              <a:t>Survival is the frame  </a:t>
            </a:r>
            <a:r>
              <a:rPr sz="1750">
                <a:solidFill>
                  <a:srgbClr val="222222"/>
                </a:solidFill>
                <a:latin typeface="Calibri"/>
              </a:rPr>
              <a:t>the player gathers, crafts, builds shelter, manages health and stamina, and fights hostile mobs.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1750" b="1">
                <a:solidFill>
                  <a:srgbClr val="004A99"/>
                </a:solidFill>
                <a:latin typeface="Calibri"/>
              </a:rPr>
              <a:t>Coding is the tool  </a:t>
            </a:r>
            <a:r>
              <a:rPr sz="1750">
                <a:solidFill>
                  <a:srgbClr val="222222"/>
                </a:solidFill>
                <a:latin typeface="Calibri"/>
              </a:rPr>
              <a:t>Lua and Python are used to clear dungeon quizzes and automate the player’s machines.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1750" b="1">
                <a:solidFill>
                  <a:srgbClr val="004A99"/>
                </a:solidFill>
                <a:latin typeface="Calibri"/>
              </a:rPr>
              <a:t>The long-term goal  </a:t>
            </a:r>
            <a:r>
              <a:rPr sz="1750">
                <a:solidFill>
                  <a:srgbClr val="222222"/>
                </a:solidFill>
                <a:latin typeface="Calibri"/>
              </a:rPr>
              <a:t>is to finish the Lua and Python dungeon tracks, defeat the Hitman Miniboss, and unlock extra and side missions.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795528" y="1298448"/>
            <a:ext cx="1920240" cy="50292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6364224"/>
            <a:ext cx="10972800" cy="10972"/>
          </a:xfrm>
          <a:prstGeom prst="rect">
            <a:avLst/>
          </a:prstGeom>
          <a:solidFill>
            <a:srgbClr val="D5D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1908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555F6B"/>
                </a:solidFill>
                <a:latin typeface="Calibri"/>
              </a:rPr>
              <a:t>STI College San Jose Del Monte  |  SandEE Mock Defense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19088"/>
            <a:ext cx="685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555F6B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66928"/>
            <a:ext cx="10698480" cy="658368"/>
          </a:xfrm>
        </p:spPr>
        <p:txBody>
          <a:bodyPr wrap="square"/>
          <a:lstStyle/>
          <a:p>
            <a:pPr algn="l"/>
            <a:r>
              <a:rPr sz="3000" b="1">
                <a:solidFill>
                  <a:srgbClr val="003366"/>
                </a:solidFill>
                <a:latin typeface="Calibri"/>
              </a:rPr>
              <a:t>Core Gameplay Loop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7240" y="1627632"/>
            <a:ext cx="10561320" cy="4526280"/>
          </a:xfrm>
        </p:spPr>
        <p:txBody>
          <a:bodyPr wrap="square" anchor="t">
            <a:noAutofit/>
          </a:bodyPr>
          <a:lstStyle/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1750" b="1">
                <a:solidFill>
                  <a:srgbClr val="004A99"/>
                </a:solidFill>
                <a:latin typeface="Calibri"/>
              </a:rPr>
              <a:t>1. Explore  </a:t>
            </a:r>
            <a:r>
              <a:rPr sz="1750">
                <a:solidFill>
                  <a:srgbClr val="222222"/>
                </a:solidFill>
                <a:latin typeface="Calibri"/>
              </a:rPr>
              <a:t>Move through the overworld, caves, and dungeons; discover resources and entrances.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1750" b="1">
                <a:solidFill>
                  <a:srgbClr val="004A99"/>
                </a:solidFill>
                <a:latin typeface="Calibri"/>
              </a:rPr>
              <a:t>2. Gather  </a:t>
            </a:r>
            <a:r>
              <a:rPr sz="1750">
                <a:solidFill>
                  <a:srgbClr val="222222"/>
                </a:solidFill>
                <a:latin typeface="Calibri"/>
              </a:rPr>
              <a:t>Chop trees, mine stone, iron, and diamond, fish, and farm.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1750" b="1">
                <a:solidFill>
                  <a:srgbClr val="004A99"/>
                </a:solidFill>
                <a:latin typeface="Calibri"/>
              </a:rPr>
              <a:t>3. Craft  </a:t>
            </a:r>
            <a:r>
              <a:rPr sz="1750">
                <a:solidFill>
                  <a:srgbClr val="222222"/>
                </a:solidFill>
                <a:latin typeface="Calibri"/>
              </a:rPr>
              <a:t>Turn materials into tools, weapons, food, stations, and building blocks.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1750" b="1">
                <a:solidFill>
                  <a:srgbClr val="004A99"/>
                </a:solidFill>
                <a:latin typeface="Calibri"/>
              </a:rPr>
              <a:t>4. Build and survive  </a:t>
            </a:r>
            <a:r>
              <a:rPr sz="1750">
                <a:solidFill>
                  <a:srgbClr val="222222"/>
                </a:solidFill>
                <a:latin typeface="Calibri"/>
              </a:rPr>
              <a:t>Place blocks and shelters, manage health and stamina, and fight enemies.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1750" b="1">
                <a:solidFill>
                  <a:srgbClr val="004A99"/>
                </a:solidFill>
                <a:latin typeface="Calibri"/>
              </a:rPr>
              <a:t>5. Code  </a:t>
            </a:r>
            <a:r>
              <a:rPr sz="1750">
                <a:solidFill>
                  <a:srgbClr val="222222"/>
                </a:solidFill>
                <a:latin typeface="Calibri"/>
              </a:rPr>
              <a:t>Write Lua or Python in the Live Interpreter to solve quizzes and automate work.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1750" b="1">
                <a:solidFill>
                  <a:srgbClr val="004A99"/>
                </a:solidFill>
                <a:latin typeface="Calibri"/>
              </a:rPr>
              <a:t>6. Progress  </a:t>
            </a:r>
            <a:r>
              <a:rPr sz="1750">
                <a:solidFill>
                  <a:srgbClr val="222222"/>
                </a:solidFill>
                <a:latin typeface="Calibri"/>
              </a:rPr>
              <a:t>Complete missions, earn stars and ranks, and unlock harder dungeons.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795528" y="1298448"/>
            <a:ext cx="1920240" cy="50292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6364224"/>
            <a:ext cx="10972800" cy="10972"/>
          </a:xfrm>
          <a:prstGeom prst="rect">
            <a:avLst/>
          </a:prstGeom>
          <a:solidFill>
            <a:srgbClr val="D5D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1908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555F6B"/>
                </a:solidFill>
                <a:latin typeface="Calibri"/>
              </a:rPr>
              <a:t>STI College San Jose Del Monte  |  SandEE Mock Defense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19088"/>
            <a:ext cx="685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555F6B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66928"/>
            <a:ext cx="10698480" cy="658368"/>
          </a:xfrm>
        </p:spPr>
        <p:txBody>
          <a:bodyPr wrap="square"/>
          <a:lstStyle/>
          <a:p>
            <a:pPr algn="l"/>
            <a:r>
              <a:rPr sz="3000" b="1">
                <a:solidFill>
                  <a:srgbClr val="003366"/>
                </a:solidFill>
                <a:latin typeface="Calibri"/>
              </a:rPr>
              <a:t>Starting a Session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7240" y="1627632"/>
            <a:ext cx="10561320" cy="4526280"/>
          </a:xfrm>
        </p:spPr>
        <p:txBody>
          <a:bodyPr wrap="square" anchor="t">
            <a:noAutofit/>
          </a:bodyPr>
          <a:lstStyle/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1750" b="1">
                <a:solidFill>
                  <a:srgbClr val="004A99"/>
                </a:solidFill>
                <a:latin typeface="Calibri"/>
              </a:rPr>
              <a:t>Account  </a:t>
            </a:r>
            <a:r>
              <a:rPr sz="1750">
                <a:solidFill>
                  <a:srgbClr val="222222"/>
                </a:solidFill>
                <a:latin typeface="Calibri"/>
              </a:rPr>
              <a:t>Each player creates a unique username and password; cloud saves keep progress accessible.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1750" b="1">
                <a:solidFill>
                  <a:srgbClr val="004A99"/>
                </a:solidFill>
                <a:latin typeface="Calibri"/>
              </a:rPr>
              <a:t>Main menu  </a:t>
            </a:r>
            <a:r>
              <a:rPr sz="1750">
                <a:solidFill>
                  <a:srgbClr val="222222"/>
                </a:solidFill>
                <a:latin typeface="Calibri"/>
              </a:rPr>
              <a:t>Continue, Worlds, Settings, and Quit.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1750" b="1">
                <a:solidFill>
                  <a:srgbClr val="004A99"/>
                </a:solidFill>
                <a:latin typeface="Calibri"/>
              </a:rPr>
              <a:t>Worlds menu  </a:t>
            </a:r>
            <a:r>
              <a:rPr sz="1750">
                <a:solidFill>
                  <a:srgbClr val="222222"/>
                </a:solidFill>
                <a:latin typeface="Calibri"/>
              </a:rPr>
              <a:t>Create, rename, or delete a world and load a save slot.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1750" b="1">
                <a:solidFill>
                  <a:srgbClr val="004A99"/>
                </a:solidFill>
                <a:latin typeface="Calibri"/>
              </a:rPr>
              <a:t>Settings  </a:t>
            </a:r>
            <a:r>
              <a:rPr sz="1750">
                <a:solidFill>
                  <a:srgbClr val="222222"/>
                </a:solidFill>
                <a:latin typeface="Calibri"/>
              </a:rPr>
              <a:t>Adjust BGM and sound effects, toggle fullscreen, and view credits.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1750" b="1">
                <a:solidFill>
                  <a:srgbClr val="004A99"/>
                </a:solidFill>
                <a:latin typeface="Calibri"/>
              </a:rPr>
              <a:t>Online and offline  </a:t>
            </a:r>
            <a:r>
              <a:rPr sz="1750">
                <a:solidFill>
                  <a:srgbClr val="222222"/>
                </a:solidFill>
                <a:latin typeface="Calibri"/>
              </a:rPr>
              <a:t>Offline mode allows play without a connection; online mode enables leaderboards and cloud saves.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795528" y="1298448"/>
            <a:ext cx="1920240" cy="50292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6364224"/>
            <a:ext cx="10972800" cy="10972"/>
          </a:xfrm>
          <a:prstGeom prst="rect">
            <a:avLst/>
          </a:prstGeom>
          <a:solidFill>
            <a:srgbClr val="D5D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1908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555F6B"/>
                </a:solidFill>
                <a:latin typeface="Calibri"/>
              </a:rPr>
              <a:t>STI College San Jose Del Monte  |  SandEE Mock Defense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19088"/>
            <a:ext cx="685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555F6B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66928"/>
            <a:ext cx="10698480" cy="658368"/>
          </a:xfrm>
        </p:spPr>
        <p:txBody>
          <a:bodyPr wrap="square"/>
          <a:lstStyle/>
          <a:p>
            <a:pPr algn="l"/>
            <a:r>
              <a:rPr sz="3000" b="1">
                <a:solidFill>
                  <a:srgbClr val="003366"/>
                </a:solidFill>
                <a:latin typeface="Calibri"/>
              </a:rPr>
              <a:t>HUD and Controls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7240" y="1627632"/>
            <a:ext cx="10561320" cy="4526280"/>
          </a:xfrm>
        </p:spPr>
        <p:txBody>
          <a:bodyPr wrap="square" anchor="t">
            <a:noAutofit/>
          </a:bodyPr>
          <a:lstStyle/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1750" b="1">
                <a:solidFill>
                  <a:srgbClr val="004A99"/>
                </a:solidFill>
                <a:latin typeface="Calibri"/>
              </a:rPr>
              <a:t>Desktop  </a:t>
            </a:r>
            <a:r>
              <a:rPr sz="1750">
                <a:solidFill>
                  <a:srgbClr val="222222"/>
                </a:solidFill>
                <a:latin typeface="Calibri"/>
              </a:rPr>
              <a:t>WASD movement, mouse for mining, attacking, and placing, and hotbar selection.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1750" b="1">
                <a:solidFill>
                  <a:srgbClr val="004A99"/>
                </a:solidFill>
                <a:latin typeface="Calibri"/>
              </a:rPr>
              <a:t>Mobile  </a:t>
            </a:r>
            <a:r>
              <a:rPr sz="1750">
                <a:solidFill>
                  <a:srgbClr val="222222"/>
                </a:solidFill>
                <a:latin typeface="Calibri"/>
              </a:rPr>
              <a:t>On-screen joystick, Interact button, Build Mode button, and hotbar.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1750" b="1">
                <a:solidFill>
                  <a:srgbClr val="004A99"/>
                </a:solidFill>
                <a:latin typeface="Calibri"/>
              </a:rPr>
              <a:t>HUD  </a:t>
            </a:r>
            <a:r>
              <a:rPr sz="1750">
                <a:solidFill>
                  <a:srgbClr val="222222"/>
                </a:solidFill>
                <a:latin typeface="Calibri"/>
              </a:rPr>
              <a:t>Health bar, stamina bar, hotbar, mission tracker, inventory, code editor, crafting panel, and map.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1750" b="1">
                <a:solidFill>
                  <a:srgbClr val="004A99"/>
                </a:solidFill>
                <a:latin typeface="Calibri"/>
              </a:rPr>
              <a:t>Build Mode  </a:t>
            </a:r>
            <a:r>
              <a:rPr sz="1750">
                <a:solidFill>
                  <a:srgbClr val="222222"/>
                </a:solidFill>
                <a:latin typeface="Calibri"/>
              </a:rPr>
              <a:t>Place blocks, floors, doors, torches, and stations directly in the world.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1750" b="1">
                <a:solidFill>
                  <a:srgbClr val="004A99"/>
                </a:solidFill>
                <a:latin typeface="Calibri"/>
              </a:rPr>
              <a:t>Pause menu  </a:t>
            </a:r>
            <a:r>
              <a:rPr sz="1750">
                <a:solidFill>
                  <a:srgbClr val="222222"/>
                </a:solidFill>
                <a:latin typeface="Calibri"/>
              </a:rPr>
              <a:t>Resume, open Settings, or Quit; progress is saved on exit.</a:t>
            </a:r>
          </a:p>
        </p:txBody>
      </p:sp>
      <p:sp>
        <p:nvSpPr>
          <p:cNvPr id="4" name="Rectangle 3"/>
          <p:cNvSpPr/>
          <p:nvPr/>
        </p:nvSpPr>
        <p:spPr>
          <a:xfrm>
            <a:off x="795528" y="1298448"/>
            <a:ext cx="1920240" cy="50292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6364224"/>
            <a:ext cx="10972800" cy="10972"/>
          </a:xfrm>
          <a:prstGeom prst="rect">
            <a:avLst/>
          </a:prstGeom>
          <a:solidFill>
            <a:srgbClr val="D5D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1908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555F6B"/>
                </a:solidFill>
                <a:latin typeface="Calibri"/>
              </a:rPr>
              <a:t>STI College San Jose Del Monte  |  SandEE Mock Defense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19088"/>
            <a:ext cx="685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555F6B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66928"/>
            <a:ext cx="10698480" cy="658368"/>
          </a:xfrm>
        </p:spPr>
        <p:txBody>
          <a:bodyPr wrap="square"/>
          <a:lstStyle/>
          <a:p>
            <a:pPr algn="l"/>
            <a:r>
              <a:rPr sz="3000" b="1">
                <a:solidFill>
                  <a:srgbClr val="003366"/>
                </a:solidFill>
                <a:latin typeface="Calibri"/>
              </a:rPr>
              <a:t>Explore the World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7240" y="1627632"/>
            <a:ext cx="10561320" cy="4526280"/>
          </a:xfrm>
        </p:spPr>
        <p:txBody>
          <a:bodyPr wrap="square" anchor="t">
            <a:noAutofit/>
          </a:bodyPr>
          <a:lstStyle/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1750" b="1">
                <a:solidFill>
                  <a:srgbClr val="004A99"/>
                </a:solidFill>
                <a:latin typeface="Calibri"/>
              </a:rPr>
              <a:t>Procedural generation  </a:t>
            </a:r>
            <a:r>
              <a:rPr sz="1750">
                <a:solidFill>
                  <a:srgbClr val="222222"/>
                </a:solidFill>
                <a:latin typeface="Calibri"/>
              </a:rPr>
              <a:t>Each world is built from a seed, so terrain, structures, and resources differ per save.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1750" b="1">
                <a:solidFill>
                  <a:srgbClr val="004A99"/>
                </a:solidFill>
                <a:latin typeface="Calibri"/>
              </a:rPr>
              <a:t>Biomes  </a:t>
            </a:r>
            <a:r>
              <a:rPr sz="1750">
                <a:solidFill>
                  <a:srgbClr val="222222"/>
                </a:solidFill>
                <a:latin typeface="Calibri"/>
              </a:rPr>
              <a:t>Plains is the starting area; the desert adds sand and Desert Worms; the snow adds snow and wolves; water bodies support fishing.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1750" b="1">
                <a:solidFill>
                  <a:srgbClr val="004A99"/>
                </a:solidFill>
                <a:latin typeface="Calibri"/>
              </a:rPr>
              <a:t>Caves  </a:t>
            </a:r>
            <a:r>
              <a:rPr sz="1750">
                <a:solidFill>
                  <a:srgbClr val="222222"/>
                </a:solidFill>
                <a:latin typeface="Calibri"/>
              </a:rPr>
              <a:t>Large caves and Pixie Caves contain ores and cave-only enemies.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1750" b="1">
                <a:solidFill>
                  <a:srgbClr val="004A99"/>
                </a:solidFill>
                <a:latin typeface="Calibri"/>
              </a:rPr>
              <a:t>Day and night  </a:t>
            </a:r>
            <a:r>
              <a:rPr sz="1750">
                <a:solidFill>
                  <a:srgbClr val="222222"/>
                </a:solidFill>
                <a:latin typeface="Calibri"/>
              </a:rPr>
              <a:t>Daytime is safer; nighttime raises enemy spawns and danger.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1750" b="1">
                <a:solidFill>
                  <a:srgbClr val="004A99"/>
                </a:solidFill>
                <a:latin typeface="Calibri"/>
              </a:rPr>
              <a:t>World objects  </a:t>
            </a:r>
            <a:r>
              <a:rPr sz="1750">
                <a:solidFill>
                  <a:srgbClr val="222222"/>
                </a:solidFill>
                <a:latin typeface="Calibri"/>
              </a:rPr>
              <a:t>Trees, ores, crafting stations, cave entrances, and dungeon portals are generated across the map.</a:t>
            </a:r>
          </a:p>
        </p:txBody>
      </p:sp>
      <p:sp>
        <p:nvSpPr>
          <p:cNvPr id="4" name="Rectangle 3"/>
          <p:cNvSpPr/>
          <p:nvPr/>
        </p:nvSpPr>
        <p:spPr>
          <a:xfrm>
            <a:off x="795528" y="1298448"/>
            <a:ext cx="1920240" cy="50292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6364224"/>
            <a:ext cx="10972800" cy="10972"/>
          </a:xfrm>
          <a:prstGeom prst="rect">
            <a:avLst/>
          </a:prstGeom>
          <a:solidFill>
            <a:srgbClr val="D5D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1908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555F6B"/>
                </a:solidFill>
                <a:latin typeface="Calibri"/>
              </a:rPr>
              <a:t>STI College San Jose Del Monte  |  SandEE Mock Defense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19088"/>
            <a:ext cx="685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555F6B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66928"/>
            <a:ext cx="10698480" cy="658368"/>
          </a:xfrm>
        </p:spPr>
        <p:txBody>
          <a:bodyPr wrap="square"/>
          <a:lstStyle/>
          <a:p>
            <a:pPr algn="l"/>
            <a:r>
              <a:rPr sz="3000" b="1">
                <a:solidFill>
                  <a:srgbClr val="003366"/>
                </a:solidFill>
                <a:latin typeface="Calibri"/>
              </a:rPr>
              <a:t>Gather, Craft, and Build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7240" y="1627632"/>
            <a:ext cx="10561320" cy="4526280"/>
          </a:xfrm>
        </p:spPr>
        <p:txBody>
          <a:bodyPr wrap="square" anchor="t">
            <a:noAutofit/>
          </a:bodyPr>
          <a:lstStyle/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1750" b="1">
                <a:solidFill>
                  <a:srgbClr val="004A99"/>
                </a:solidFill>
                <a:latin typeface="Calibri"/>
              </a:rPr>
              <a:t>Gather  </a:t>
            </a:r>
            <a:r>
              <a:rPr sz="1750">
                <a:solidFill>
                  <a:srgbClr val="222222"/>
                </a:solidFill>
                <a:latin typeface="Calibri"/>
              </a:rPr>
              <a:t>Wood from trees; stone, iron, and diamond from ores; fish and crops for food.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1750" b="1">
                <a:solidFill>
                  <a:srgbClr val="004A99"/>
                </a:solidFill>
                <a:latin typeface="Calibri"/>
              </a:rPr>
              <a:t>Craft  </a:t>
            </a:r>
            <a:r>
              <a:rPr sz="1750">
                <a:solidFill>
                  <a:srgbClr val="222222"/>
                </a:solidFill>
                <a:latin typeface="Calibri"/>
              </a:rPr>
              <a:t>Materials become tools, weapons, food, stations, and building blocks.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1750" b="1">
                <a:solidFill>
                  <a:srgbClr val="004A99"/>
                </a:solidFill>
                <a:latin typeface="Calibri"/>
              </a:rPr>
              <a:t>Stations  </a:t>
            </a:r>
            <a:r>
              <a:rPr sz="1750">
                <a:solidFill>
                  <a:srgbClr val="222222"/>
                </a:solidFill>
                <a:latin typeface="Calibri"/>
              </a:rPr>
              <a:t>Crafting Station, Furnace, Chest, and Color Crafter; advanced recipes require a station.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1750" b="1">
                <a:solidFill>
                  <a:srgbClr val="004A99"/>
                </a:solidFill>
                <a:latin typeface="Calibri"/>
              </a:rPr>
              <a:t>Build  </a:t>
            </a:r>
            <a:r>
              <a:rPr sz="1750">
                <a:solidFill>
                  <a:srgbClr val="222222"/>
                </a:solidFill>
                <a:latin typeface="Calibri"/>
              </a:rPr>
              <a:t>Floors, walls, doors, torches, bonfires, and shelters; a valid shelter is an enclosed room with a door.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1750" b="1">
                <a:solidFill>
                  <a:srgbClr val="004A99"/>
                </a:solidFill>
                <a:latin typeface="Calibri"/>
              </a:rPr>
              <a:t>Tier progression  </a:t>
            </a:r>
            <a:r>
              <a:rPr sz="1750">
                <a:solidFill>
                  <a:srgbClr val="222222"/>
                </a:solidFill>
                <a:latin typeface="Calibri"/>
              </a:rPr>
              <a:t>Wooden gear leads to iron gear, then diamond gear, unlocking harder resources.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795528" y="1298448"/>
            <a:ext cx="1920240" cy="50292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6364224"/>
            <a:ext cx="10972800" cy="10972"/>
          </a:xfrm>
          <a:prstGeom prst="rect">
            <a:avLst/>
          </a:prstGeom>
          <a:solidFill>
            <a:srgbClr val="D5D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1908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555F6B"/>
                </a:solidFill>
                <a:latin typeface="Calibri"/>
              </a:rPr>
              <a:t>STI College San Jose Del Monte  |  SandEE Mock Defense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19088"/>
            <a:ext cx="685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555F6B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66928"/>
            <a:ext cx="10698480" cy="658368"/>
          </a:xfrm>
        </p:spPr>
        <p:txBody>
          <a:bodyPr wrap="square"/>
          <a:lstStyle/>
          <a:p>
            <a:pPr algn="l"/>
            <a:r>
              <a:rPr sz="3000" b="1">
                <a:solidFill>
                  <a:srgbClr val="003366"/>
                </a:solidFill>
                <a:latin typeface="Calibri"/>
              </a:rPr>
              <a:t>Survive and Fight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7240" y="1627632"/>
            <a:ext cx="10561320" cy="4526280"/>
          </a:xfrm>
        </p:spPr>
        <p:txBody>
          <a:bodyPr wrap="square" anchor="t">
            <a:noAutofit/>
          </a:bodyPr>
          <a:lstStyle/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1750" b="1">
                <a:solidFill>
                  <a:srgbClr val="004A99"/>
                </a:solidFill>
                <a:latin typeface="Calibri"/>
              </a:rPr>
              <a:t>Health and stamina  </a:t>
            </a:r>
            <a:r>
              <a:rPr sz="1750">
                <a:solidFill>
                  <a:srgbClr val="222222"/>
                </a:solidFill>
                <a:latin typeface="Calibri"/>
              </a:rPr>
              <a:t>Health drops from enemy damage; stamina drains while running.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1750" b="1">
                <a:solidFill>
                  <a:srgbClr val="004A99"/>
                </a:solidFill>
                <a:latin typeface="Calibri"/>
              </a:rPr>
              <a:t>Food and consumables  </a:t>
            </a:r>
            <a:r>
              <a:rPr sz="1750">
                <a:solidFill>
                  <a:srgbClr val="222222"/>
                </a:solidFill>
                <a:latin typeface="Calibri"/>
              </a:rPr>
              <a:t>Food restores health; other consumables provide useful effects.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1750" b="1">
                <a:solidFill>
                  <a:srgbClr val="004A99"/>
                </a:solidFill>
                <a:latin typeface="Calibri"/>
              </a:rPr>
              <a:t>Enemies  </a:t>
            </a:r>
            <a:r>
              <a:rPr sz="1750">
                <a:solidFill>
                  <a:srgbClr val="222222"/>
                </a:solidFill>
                <a:latin typeface="Calibri"/>
              </a:rPr>
              <a:t>Headless Fish, Desert Worm, Hitman, Slime, Pixie, and wolves each have their own attack pattern.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1750" b="1">
                <a:solidFill>
                  <a:srgbClr val="004A99"/>
                </a:solidFill>
                <a:latin typeface="Calibri"/>
              </a:rPr>
              <a:t>Combat  </a:t>
            </a:r>
            <a:r>
              <a:rPr sz="1750">
                <a:solidFill>
                  <a:srgbClr val="222222"/>
                </a:solidFill>
                <a:latin typeface="Calibri"/>
              </a:rPr>
              <a:t>Use crafted swords to deplete enemy health; defeated enemies drop items from their loot pool.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1750" b="1">
                <a:solidFill>
                  <a:srgbClr val="004A99"/>
                </a:solidFill>
                <a:latin typeface="Calibri"/>
              </a:rPr>
              <a:t>Day and night  </a:t>
            </a:r>
            <a:r>
              <a:rPr sz="1750">
                <a:solidFill>
                  <a:srgbClr val="222222"/>
                </a:solidFill>
                <a:latin typeface="Calibri"/>
              </a:rPr>
              <a:t>Weaker enemies appear by day; stronger enemies and higher spawn rates appear at night.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1750" b="1">
                <a:solidFill>
                  <a:srgbClr val="004A99"/>
                </a:solidFill>
                <a:latin typeface="Calibri"/>
              </a:rPr>
              <a:t>Dungeon rule  </a:t>
            </a:r>
            <a:r>
              <a:rPr sz="1750">
                <a:solidFill>
                  <a:srgbClr val="222222"/>
                </a:solidFill>
                <a:latin typeface="Calibri"/>
              </a:rPr>
              <a:t>Enemies inside dungeons do not follow the overworld day and night cycle.</a:t>
            </a:r>
          </a:p>
        </p:txBody>
      </p:sp>
      <p:sp>
        <p:nvSpPr>
          <p:cNvPr id="4" name="Rectangle 3"/>
          <p:cNvSpPr/>
          <p:nvPr/>
        </p:nvSpPr>
        <p:spPr>
          <a:xfrm>
            <a:off x="795528" y="1298448"/>
            <a:ext cx="1920240" cy="50292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6364224"/>
            <a:ext cx="10972800" cy="10972"/>
          </a:xfrm>
          <a:prstGeom prst="rect">
            <a:avLst/>
          </a:prstGeom>
          <a:solidFill>
            <a:srgbClr val="D5D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1908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555F6B"/>
                </a:solidFill>
                <a:latin typeface="Calibri"/>
              </a:rPr>
              <a:t>STI College San Jose Del Monte  |  SandEE Mock Defense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19088"/>
            <a:ext cx="685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555F6B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66928"/>
            <a:ext cx="10698480" cy="658368"/>
          </a:xfrm>
        </p:spPr>
        <p:txBody>
          <a:bodyPr wrap="square"/>
          <a:lstStyle/>
          <a:p>
            <a:pPr algn="l"/>
            <a:r>
              <a:rPr sz="3000" b="1">
                <a:solidFill>
                  <a:srgbClr val="003366"/>
                </a:solidFill>
                <a:latin typeface="Calibri"/>
              </a:rPr>
              <a:t>Missions and Progression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7240" y="1627632"/>
            <a:ext cx="10561320" cy="4526280"/>
          </a:xfrm>
        </p:spPr>
        <p:txBody>
          <a:bodyPr wrap="square" anchor="t">
            <a:noAutofit/>
          </a:bodyPr>
          <a:lstStyle/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1750" b="1">
                <a:solidFill>
                  <a:srgbClr val="004A99"/>
                </a:solidFill>
                <a:latin typeface="Calibri"/>
              </a:rPr>
              <a:t>Overworld missions  </a:t>
            </a:r>
            <a:r>
              <a:rPr sz="1750">
                <a:solidFill>
                  <a:srgbClr val="222222"/>
                </a:solidFill>
                <a:latin typeface="Calibri"/>
              </a:rPr>
              <a:t>Move, gather, craft, mine, build, explore, survive, and defeat enemies.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1750" b="1">
                <a:solidFill>
                  <a:srgbClr val="004A99"/>
                </a:solidFill>
                <a:latin typeface="Calibri"/>
              </a:rPr>
              <a:t>Dungeon missions  </a:t>
            </a:r>
            <a:r>
              <a:rPr sz="1750">
                <a:solidFill>
                  <a:srgbClr val="222222"/>
                </a:solidFill>
                <a:latin typeface="Calibri"/>
              </a:rPr>
              <a:t>Each dungeon teaches one Lua or Python concept through a Knowledge Altar and a Quiz Altar.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1750" b="1">
                <a:solidFill>
                  <a:srgbClr val="004A99"/>
                </a:solidFill>
                <a:latin typeface="Calibri"/>
              </a:rPr>
              <a:t>Difficulty  </a:t>
            </a:r>
            <a:r>
              <a:rPr sz="1750">
                <a:solidFill>
                  <a:srgbClr val="222222"/>
                </a:solidFill>
                <a:latin typeface="Calibri"/>
              </a:rPr>
              <a:t>Scales with track position, concept complexity, question type, dungeon size, and enemy pressure.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1750" b="1">
                <a:solidFill>
                  <a:srgbClr val="004A99"/>
                </a:solidFill>
                <a:latin typeface="Calibri"/>
              </a:rPr>
              <a:t>Rewards  </a:t>
            </a:r>
            <a:r>
              <a:rPr sz="1750">
                <a:solidFill>
                  <a:srgbClr val="222222"/>
                </a:solidFill>
                <a:latin typeface="Calibri"/>
              </a:rPr>
              <a:t>Mission stars, dungeon-clear stars, ranks, and leaderboard position.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1750" b="1">
                <a:solidFill>
                  <a:srgbClr val="004A99"/>
                </a:solidFill>
                <a:latin typeface="Calibri"/>
              </a:rPr>
              <a:t>Unlocks  </a:t>
            </a:r>
            <a:r>
              <a:rPr sz="1750">
                <a:solidFill>
                  <a:srgbClr val="222222"/>
                </a:solidFill>
                <a:latin typeface="Calibri"/>
              </a:rPr>
              <a:t>Extra dungeons follow the main tracks; side missions unlock after main, boss, and extra content are complete.</a:t>
            </a:r>
          </a:p>
        </p:txBody>
      </p:sp>
      <p:sp>
        <p:nvSpPr>
          <p:cNvPr id="4" name="Rectangle 3"/>
          <p:cNvSpPr/>
          <p:nvPr/>
        </p:nvSpPr>
        <p:spPr>
          <a:xfrm>
            <a:off x="795528" y="1298448"/>
            <a:ext cx="1920240" cy="50292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6364224"/>
            <a:ext cx="10972800" cy="10972"/>
          </a:xfrm>
          <a:prstGeom prst="rect">
            <a:avLst/>
          </a:prstGeom>
          <a:solidFill>
            <a:srgbClr val="D5D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1908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555F6B"/>
                </a:solidFill>
                <a:latin typeface="Calibri"/>
              </a:rPr>
              <a:t>STI College San Jose Del Monte  |  SandEE Mock Defense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19088"/>
            <a:ext cx="685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555F6B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66928"/>
            <a:ext cx="10698480" cy="658368"/>
          </a:xfrm>
        </p:spPr>
        <p:txBody>
          <a:bodyPr wrap="square"/>
          <a:lstStyle/>
          <a:p>
            <a:pPr algn="l"/>
            <a:r>
              <a:rPr sz="3000" b="1">
                <a:solidFill>
                  <a:srgbClr val="003366"/>
                </a:solidFill>
                <a:latin typeface="Calibri"/>
              </a:rPr>
              <a:t>Dungeons and Quizzes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7240" y="1627632"/>
            <a:ext cx="10561320" cy="4526280"/>
          </a:xfrm>
        </p:spPr>
        <p:txBody>
          <a:bodyPr wrap="square" anchor="t">
            <a:noAutofit/>
          </a:bodyPr>
          <a:lstStyle/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1750" b="1">
                <a:solidFill>
                  <a:srgbClr val="004A99"/>
                </a:solidFill>
                <a:latin typeface="Calibri"/>
              </a:rPr>
              <a:t>Entrances  </a:t>
            </a:r>
            <a:r>
              <a:rPr sz="1750">
                <a:solidFill>
                  <a:srgbClr val="222222"/>
                </a:solidFill>
                <a:latin typeface="Calibri"/>
              </a:rPr>
              <a:t>Dungeon entrances appear as the player progresses through missions.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1750" b="1">
                <a:solidFill>
                  <a:srgbClr val="004A99"/>
                </a:solidFill>
                <a:latin typeface="Calibri"/>
              </a:rPr>
              <a:t>Layout  </a:t>
            </a:r>
            <a:r>
              <a:rPr sz="1750">
                <a:solidFill>
                  <a:srgbClr val="222222"/>
                </a:solidFill>
                <a:latin typeface="Calibri"/>
              </a:rPr>
              <a:t>Entrance → Knowledge Altar → bonus and chest rooms → Quiz Altar → Exit.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1750" b="1">
                <a:solidFill>
                  <a:srgbClr val="004A99"/>
                </a:solidFill>
                <a:latin typeface="Calibri"/>
              </a:rPr>
              <a:t>Knowledge Altar  </a:t>
            </a:r>
            <a:r>
              <a:rPr sz="1750">
                <a:solidFill>
                  <a:srgbClr val="222222"/>
                </a:solidFill>
                <a:latin typeface="Calibri"/>
              </a:rPr>
              <a:t>Teaches the concept and unlocks it in the Programming Encyclopedia.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1750" b="1">
                <a:solidFill>
                  <a:srgbClr val="004A99"/>
                </a:solidFill>
                <a:latin typeface="Calibri"/>
              </a:rPr>
              <a:t>Quiz Altar  </a:t>
            </a:r>
            <a:r>
              <a:rPr sz="1750">
                <a:solidFill>
                  <a:srgbClr val="222222"/>
                </a:solidFill>
                <a:latin typeface="Calibri"/>
              </a:rPr>
              <a:t>Multiple-choice and compiler questions; every answer must be correct to open the exit.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1750" b="1">
                <a:solidFill>
                  <a:srgbClr val="004A99"/>
                </a:solidFill>
                <a:latin typeface="Calibri"/>
              </a:rPr>
              <a:t>Tracks  </a:t>
            </a:r>
            <a:r>
              <a:rPr sz="1750">
                <a:solidFill>
                  <a:srgbClr val="222222"/>
                </a:solidFill>
                <a:latin typeface="Calibri"/>
              </a:rPr>
              <a:t>Python and Lua have separate main tracks; the Hitman Miniboss is the shared finale.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1750" b="1">
                <a:solidFill>
                  <a:srgbClr val="004A99"/>
                </a:solidFill>
                <a:latin typeface="Calibri"/>
              </a:rPr>
              <a:t>Scaling  </a:t>
            </a:r>
            <a:r>
              <a:rPr sz="1750">
                <a:solidFill>
                  <a:srgbClr val="222222"/>
                </a:solidFill>
                <a:latin typeface="Calibri"/>
              </a:rPr>
              <a:t>Early dungeons use a gentler enemy profile; later dungeons and the boss are harder.</a:t>
            </a:r>
          </a:p>
        </p:txBody>
      </p:sp>
      <p:sp>
        <p:nvSpPr>
          <p:cNvPr id="4" name="Rectangle 3"/>
          <p:cNvSpPr/>
          <p:nvPr/>
        </p:nvSpPr>
        <p:spPr>
          <a:xfrm>
            <a:off x="795528" y="1298448"/>
            <a:ext cx="1920240" cy="50292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6364224"/>
            <a:ext cx="10972800" cy="10972"/>
          </a:xfrm>
          <a:prstGeom prst="rect">
            <a:avLst/>
          </a:prstGeom>
          <a:solidFill>
            <a:srgbClr val="D5D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1908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555F6B"/>
                </a:solidFill>
                <a:latin typeface="Calibri"/>
              </a:rPr>
              <a:t>STI College San Jose Del Monte  |  SandEE Mock Defense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19088"/>
            <a:ext cx="685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555F6B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66928"/>
            <a:ext cx="10698480" cy="658368"/>
          </a:xfrm>
        </p:spPr>
        <p:txBody>
          <a:bodyPr wrap="square"/>
          <a:lstStyle/>
          <a:p>
            <a:pPr algn="l"/>
            <a:r>
              <a:rPr sz="3000" b="1">
                <a:solidFill>
                  <a:srgbClr val="003366"/>
                </a:solidFill>
                <a:latin typeface="Calibri"/>
              </a:rPr>
              <a:t>Code to Play: Lua and 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7240" y="1627632"/>
            <a:ext cx="10561320" cy="4526280"/>
          </a:xfrm>
        </p:spPr>
        <p:txBody>
          <a:bodyPr wrap="square" anchor="t">
            <a:noAutofit/>
          </a:bodyPr>
          <a:lstStyle/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1750" b="1">
                <a:solidFill>
                  <a:srgbClr val="004A99"/>
                </a:solidFill>
                <a:latin typeface="Calibri"/>
              </a:rPr>
              <a:t>Live Interpreter  </a:t>
            </a:r>
            <a:r>
              <a:rPr sz="1750">
                <a:solidFill>
                  <a:srgbClr val="222222"/>
                </a:solidFill>
                <a:latin typeface="Calibri"/>
              </a:rPr>
              <a:t>A built-in code editor with syntax highlighting and error feedback.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1750" b="1">
                <a:solidFill>
                  <a:srgbClr val="004A99"/>
                </a:solidFill>
                <a:latin typeface="Calibri"/>
              </a:rPr>
              <a:t>Lua  </a:t>
            </a:r>
            <a:r>
              <a:rPr sz="1750">
                <a:solidFill>
                  <a:srgbClr val="222222"/>
                </a:solidFill>
                <a:latin typeface="Calibri"/>
              </a:rPr>
              <a:t>Used to program Automatica robots.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1750" b="1">
                <a:solidFill>
                  <a:srgbClr val="004A99"/>
                </a:solidFill>
                <a:latin typeface="Calibri"/>
              </a:rPr>
              <a:t>Python  </a:t>
            </a:r>
            <a:r>
              <a:rPr sz="1750">
                <a:solidFill>
                  <a:srgbClr val="222222"/>
                </a:solidFill>
                <a:latin typeface="Calibri"/>
              </a:rPr>
              <a:t>Used to program Algorithmica automation for stations, furnaces, and color crafters.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1750" b="1">
                <a:solidFill>
                  <a:srgbClr val="004A99"/>
                </a:solidFill>
                <a:latin typeface="Calibri"/>
              </a:rPr>
              <a:t>Quiz compiler  </a:t>
            </a:r>
            <a:r>
              <a:rPr sz="1750">
                <a:solidFill>
                  <a:srgbClr val="222222"/>
                </a:solidFill>
                <a:latin typeface="Calibri"/>
              </a:rPr>
              <a:t>The player writes code, runs it, and matches the required output.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1750" b="1">
                <a:solidFill>
                  <a:srgbClr val="004A99"/>
                </a:solidFill>
                <a:latin typeface="Calibri"/>
              </a:rPr>
              <a:t>Purpose  </a:t>
            </a:r>
            <a:r>
              <a:rPr sz="1750">
                <a:solidFill>
                  <a:srgbClr val="222222"/>
                </a:solidFill>
                <a:latin typeface="Calibri"/>
              </a:rPr>
              <a:t>Coding turns gathered resources into automation and is the key to dungeon progress.</a:t>
            </a:r>
          </a:p>
        </p:txBody>
      </p:sp>
      <p:sp>
        <p:nvSpPr>
          <p:cNvPr id="4" name="Rectangle 3"/>
          <p:cNvSpPr/>
          <p:nvPr/>
        </p:nvSpPr>
        <p:spPr>
          <a:xfrm>
            <a:off x="795528" y="1298448"/>
            <a:ext cx="1920240" cy="50292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6364224"/>
            <a:ext cx="10972800" cy="10972"/>
          </a:xfrm>
          <a:prstGeom prst="rect">
            <a:avLst/>
          </a:prstGeom>
          <a:solidFill>
            <a:srgbClr val="D5D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1908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555F6B"/>
                </a:solidFill>
                <a:latin typeface="Calibri"/>
              </a:rPr>
              <a:t>STI College San Jose Del Monte  |  SandEE Mock Defense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19088"/>
            <a:ext cx="685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555F6B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66928"/>
            <a:ext cx="10698480" cy="658368"/>
          </a:xfrm>
        </p:spPr>
        <p:txBody>
          <a:bodyPr wrap="square"/>
          <a:lstStyle/>
          <a:p>
            <a:pPr algn="l"/>
            <a:r>
              <a:rPr sz="3000" b="1">
                <a:solidFill>
                  <a:srgbClr val="003366"/>
                </a:solidFill>
                <a:latin typeface="Calibri"/>
              </a:rPr>
              <a:t>Automation and Multiplatform Play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7240" y="1627632"/>
            <a:ext cx="10561320" cy="4526280"/>
          </a:xfrm>
        </p:spPr>
        <p:txBody>
          <a:bodyPr wrap="square" anchor="t">
            <a:noAutofit/>
          </a:bodyPr>
          <a:lstStyle/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1750" b="1">
                <a:solidFill>
                  <a:srgbClr val="004A99"/>
                </a:solidFill>
                <a:latin typeface="Calibri"/>
              </a:rPr>
              <a:t>Automatica  </a:t>
            </a:r>
            <a:r>
              <a:rPr sz="1750">
                <a:solidFill>
                  <a:srgbClr val="222222"/>
                </a:solidFill>
                <a:latin typeface="Calibri"/>
              </a:rPr>
              <a:t>Lua robots that automate mining, chopping, placing, interaction, and combat support.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1750" b="1">
                <a:solidFill>
                  <a:srgbClr val="004A99"/>
                </a:solidFill>
                <a:latin typeface="Calibri"/>
              </a:rPr>
              <a:t>Algorithmica  </a:t>
            </a:r>
            <a:r>
              <a:rPr sz="1750">
                <a:solidFill>
                  <a:srgbClr val="222222"/>
                </a:solidFill>
                <a:latin typeface="Calibri"/>
              </a:rPr>
              <a:t>Python automation for crafting stations, furnaces, and color crafters.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1750" b="1">
                <a:solidFill>
                  <a:srgbClr val="004A99"/>
                </a:solidFill>
                <a:latin typeface="Calibri"/>
              </a:rPr>
              <a:t>Guides  </a:t>
            </a:r>
            <a:r>
              <a:rPr sz="1750">
                <a:solidFill>
                  <a:srgbClr val="222222"/>
                </a:solidFill>
                <a:latin typeface="Calibri"/>
              </a:rPr>
              <a:t>LUA and Py-san introduce the Lua and Python systems.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1750" b="1">
                <a:solidFill>
                  <a:srgbClr val="004A99"/>
                </a:solidFill>
                <a:latin typeface="Calibri"/>
              </a:rPr>
              <a:t>Platforms  </a:t>
            </a:r>
            <a:r>
              <a:rPr sz="1750">
                <a:solidFill>
                  <a:srgbClr val="222222"/>
                </a:solidFill>
                <a:latin typeface="Calibri"/>
              </a:rPr>
              <a:t>Windows and Android; mobile uses an on-screen joystick and touch controls.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1750" b="1">
                <a:solidFill>
                  <a:srgbClr val="004A99"/>
                </a:solidFill>
                <a:latin typeface="Calibri"/>
              </a:rPr>
              <a:t>Saves  </a:t>
            </a:r>
            <a:r>
              <a:rPr sz="1750">
                <a:solidFill>
                  <a:srgbClr val="222222"/>
                </a:solidFill>
                <a:latin typeface="Calibri"/>
              </a:rPr>
              <a:t>Autosave, cloud saves, and cross-platform access keep progress consistent.</a:t>
            </a:r>
          </a:p>
        </p:txBody>
      </p:sp>
      <p:sp>
        <p:nvSpPr>
          <p:cNvPr id="4" name="Rectangle 3"/>
          <p:cNvSpPr/>
          <p:nvPr/>
        </p:nvSpPr>
        <p:spPr>
          <a:xfrm>
            <a:off x="795528" y="1298448"/>
            <a:ext cx="1920240" cy="50292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6364224"/>
            <a:ext cx="10972800" cy="10972"/>
          </a:xfrm>
          <a:prstGeom prst="rect">
            <a:avLst/>
          </a:prstGeom>
          <a:solidFill>
            <a:srgbClr val="D5D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1908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555F6B"/>
                </a:solidFill>
                <a:latin typeface="Calibri"/>
              </a:rPr>
              <a:t>STI College San Jose Del Monte  |  SandEE Mock Defense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19088"/>
            <a:ext cx="685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555F6B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66928"/>
            <a:ext cx="10698480" cy="658368"/>
          </a:xfrm>
        </p:spPr>
        <p:txBody>
          <a:bodyPr wrap="square"/>
          <a:lstStyle/>
          <a:p>
            <a:pPr algn="l"/>
            <a:r>
              <a:rPr sz="3000" b="1">
                <a:solidFill>
                  <a:srgbClr val="003366"/>
                </a:solidFill>
                <a:latin typeface="Calibri"/>
              </a:rPr>
              <a:t>A Typical Play Session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7240" y="1627632"/>
            <a:ext cx="10561320" cy="4526280"/>
          </a:xfrm>
        </p:spPr>
        <p:txBody>
          <a:bodyPr wrap="square" anchor="t">
            <a:noAutofit/>
          </a:bodyPr>
          <a:lstStyle/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1750" b="1">
                <a:solidFill>
                  <a:srgbClr val="004A99"/>
                </a:solidFill>
                <a:latin typeface="Calibri"/>
              </a:rPr>
              <a:t>Start  </a:t>
            </a:r>
            <a:r>
              <a:rPr sz="1750">
                <a:solidFill>
                  <a:srgbClr val="222222"/>
                </a:solidFill>
                <a:latin typeface="Calibri"/>
              </a:rPr>
              <a:t>Spawn in the plains, chop trees, and craft a Crafting Station.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1750" b="1">
                <a:solidFill>
                  <a:srgbClr val="004A99"/>
                </a:solidFill>
                <a:latin typeface="Calibri"/>
              </a:rPr>
              <a:t>Prepare  </a:t>
            </a:r>
            <a:r>
              <a:rPr sz="1750">
                <a:solidFill>
                  <a:srgbClr val="222222"/>
                </a:solidFill>
                <a:latin typeface="Calibri"/>
              </a:rPr>
              <a:t>Mine stone, craft a wooden pickaxe and sword, and build a simple shelter.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1750" b="1">
                <a:solidFill>
                  <a:srgbClr val="004A99"/>
                </a:solidFill>
                <a:latin typeface="Calibri"/>
              </a:rPr>
              <a:t>Upgrade  </a:t>
            </a:r>
            <a:r>
              <a:rPr sz="1750">
                <a:solidFill>
                  <a:srgbClr val="222222"/>
                </a:solidFill>
                <a:latin typeface="Calibri"/>
              </a:rPr>
              <a:t>Enter a cave, mine iron, smelt bars, and craft iron gear.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1750" b="1">
                <a:solidFill>
                  <a:srgbClr val="004A99"/>
                </a:solidFill>
                <a:latin typeface="Calibri"/>
              </a:rPr>
              <a:t>Learn  </a:t>
            </a:r>
            <a:r>
              <a:rPr sz="1750">
                <a:solidFill>
                  <a:srgbClr val="222222"/>
                </a:solidFill>
                <a:latin typeface="Calibri"/>
              </a:rPr>
              <a:t>Clear the Python print room, learn print(), and solve the quiz.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1750" b="1">
                <a:solidFill>
                  <a:srgbClr val="004A99"/>
                </a:solidFill>
                <a:latin typeface="Calibri"/>
              </a:rPr>
              <a:t>Automate  </a:t>
            </a:r>
            <a:r>
              <a:rPr sz="1750">
                <a:solidFill>
                  <a:srgbClr val="222222"/>
                </a:solidFill>
                <a:latin typeface="Calibri"/>
              </a:rPr>
              <a:t>Unlock Lua automation, program a LUA robot, and clear the Hitman Miniboss.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1750" b="1">
                <a:solidFill>
                  <a:srgbClr val="004A99"/>
                </a:solidFill>
                <a:latin typeface="Calibri"/>
              </a:rPr>
              <a:t>Continue  </a:t>
            </a:r>
            <a:r>
              <a:rPr sz="1750">
                <a:solidFill>
                  <a:srgbClr val="222222"/>
                </a:solidFill>
                <a:latin typeface="Calibri"/>
              </a:rPr>
              <a:t>Move into extra dungeons and side missions after the main progression.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795528" y="1298448"/>
            <a:ext cx="1920240" cy="50292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6364224"/>
            <a:ext cx="10972800" cy="10972"/>
          </a:xfrm>
          <a:prstGeom prst="rect">
            <a:avLst/>
          </a:prstGeom>
          <a:solidFill>
            <a:srgbClr val="D5D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1908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555F6B"/>
                </a:solidFill>
                <a:latin typeface="Calibri"/>
              </a:rPr>
              <a:t>STI College San Jose Del Monte  |  SandEE Mock Defense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19088"/>
            <a:ext cx="685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555F6B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66928"/>
            <a:ext cx="10698480" cy="658368"/>
          </a:xfrm>
        </p:spPr>
        <p:txBody>
          <a:bodyPr wrap="square"/>
          <a:lstStyle/>
          <a:p>
            <a:pPr algn="l"/>
            <a:r>
              <a:rPr sz="3000" b="1">
                <a:solidFill>
                  <a:srgbClr val="003366"/>
                </a:solidFill>
                <a:latin typeface="Calibri"/>
              </a:rP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7240" y="1627632"/>
            <a:ext cx="10561320" cy="4526280"/>
          </a:xfrm>
        </p:spPr>
        <p:txBody>
          <a:bodyPr wrap="square" anchor="t">
            <a:noAutofit/>
          </a:bodyPr>
          <a:lstStyle/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1750" b="1">
                <a:solidFill>
                  <a:srgbClr val="004A99"/>
                </a:solidFill>
                <a:latin typeface="Calibri"/>
              </a:rPr>
              <a:t>SandEE teaches programming  </a:t>
            </a:r>
            <a:r>
              <a:rPr sz="1750">
                <a:solidFill>
                  <a:srgbClr val="222222"/>
                </a:solidFill>
                <a:latin typeface="Calibri"/>
              </a:rPr>
              <a:t>through a complete survival-crafting loop.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1750" b="1">
                <a:solidFill>
                  <a:srgbClr val="004A99"/>
                </a:solidFill>
                <a:latin typeface="Calibri"/>
              </a:rPr>
              <a:t>The player learns by doing  </a:t>
            </a:r>
            <a:r>
              <a:rPr sz="1750">
                <a:solidFill>
                  <a:srgbClr val="222222"/>
                </a:solidFill>
                <a:latin typeface="Calibri"/>
              </a:rPr>
              <a:t>gather, craft, code, and clear dungeons.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1750" b="1">
                <a:solidFill>
                  <a:srgbClr val="004A99"/>
                </a:solidFill>
                <a:latin typeface="Calibri"/>
              </a:rPr>
              <a:t>Lua and Python have real use  </a:t>
            </a:r>
            <a:r>
              <a:rPr sz="1750">
                <a:solidFill>
                  <a:srgbClr val="222222"/>
                </a:solidFill>
                <a:latin typeface="Calibri"/>
              </a:rPr>
              <a:t>they power automation, not isolated exercises.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1750" b="1">
                <a:solidFill>
                  <a:srgbClr val="004A99"/>
                </a:solidFill>
                <a:latin typeface="Calibri"/>
              </a:rPr>
              <a:t>The game scales  </a:t>
            </a:r>
            <a:r>
              <a:rPr sz="1750">
                <a:solidFill>
                  <a:srgbClr val="222222"/>
                </a:solidFill>
                <a:latin typeface="Calibri"/>
              </a:rPr>
              <a:t>from basic concepts to automation and boss challenges.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1750" b="1">
                <a:solidFill>
                  <a:srgbClr val="004A99"/>
                </a:solidFill>
                <a:latin typeface="Calibri"/>
              </a:rPr>
              <a:t>Explore. Craft. Code. Survive.  </a:t>
            </a:r>
            <a:r>
              <a:rPr sz="1750">
                <a:solidFill>
                  <a:srgbClr val="222222"/>
                </a:solidFill>
                <a:latin typeface="Calibri"/>
              </a:rPr>
              <a:t>Thank you — questions and suggestions are welcome.</a:t>
            </a:r>
          </a:p>
        </p:txBody>
      </p:sp>
      <p:sp>
        <p:nvSpPr>
          <p:cNvPr id="4" name="Rectangle 3"/>
          <p:cNvSpPr/>
          <p:nvPr/>
        </p:nvSpPr>
        <p:spPr>
          <a:xfrm>
            <a:off x="795528" y="1298448"/>
            <a:ext cx="1920240" cy="50292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6364224"/>
            <a:ext cx="10972800" cy="10972"/>
          </a:xfrm>
          <a:prstGeom prst="rect">
            <a:avLst/>
          </a:prstGeom>
          <a:solidFill>
            <a:srgbClr val="D5D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1908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555F6B"/>
                </a:solidFill>
                <a:latin typeface="Calibri"/>
              </a:rPr>
              <a:t>STI College San Jose Del Monte  |  SandEE Mock Defense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19088"/>
            <a:ext cx="685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555F6B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ristmas 2010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Application>Microsoft Office PowerPoint</Application>
  <PresentationFormat>Widescreen</PresentationFormat>
  <Slides>44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5" baseType="lpstr">
      <vt:lpstr>Christmas 2010</vt:lpstr>
      <vt:lpstr>PowerPoint Presentation</vt:lpstr>
      <vt:lpstr>PowerPoint Presentation</vt:lpstr>
      <vt:lpstr>Introduction</vt:lpstr>
      <vt:lpstr>Background of the Problem</vt:lpstr>
      <vt:lpstr>General Problem</vt:lpstr>
      <vt:lpstr>Specific Problem</vt:lpstr>
      <vt:lpstr>Objectives of the Study </vt:lpstr>
      <vt:lpstr>Specific Objectives</vt:lpstr>
      <vt:lpstr>Scope and Limitations of the Study </vt:lpstr>
      <vt:lpstr>Scope and Limitations of the Study </vt:lpstr>
      <vt:lpstr>Scope and Limitations of the Study </vt:lpstr>
      <vt:lpstr>Scope and Limitations of the Study </vt:lpstr>
      <vt:lpstr>Scope and Limitations of the Study </vt:lpstr>
      <vt:lpstr>Scope and Limitations of the Study </vt:lpstr>
      <vt:lpstr>Scope and Limitations of the Study </vt:lpstr>
      <vt:lpstr>Scope and Limitations of the Study </vt:lpstr>
      <vt:lpstr>Scope and Limitations of the Study </vt:lpstr>
      <vt:lpstr>Scope and Limitations of the Study </vt:lpstr>
      <vt:lpstr>Scope and Limitations of the Study </vt:lpstr>
      <vt:lpstr>Scope and Limitations of the Study </vt:lpstr>
      <vt:lpstr>Scope and Limitations of the Study </vt:lpstr>
      <vt:lpstr>Scope and Limitations of the Study </vt:lpstr>
      <vt:lpstr>Scope and Limitations of the Study </vt:lpstr>
      <vt:lpstr>Scope and Limitations of the Study </vt:lpstr>
      <vt:lpstr>Scope and Limitations of the Study </vt:lpstr>
      <vt:lpstr>Scope and Limitations of the Study </vt:lpstr>
      <vt:lpstr>Scope and Limitations of the Study </vt:lpstr>
      <vt:lpstr>Scope and Limitations of the Study </vt:lpstr>
      <vt:lpstr>Scope and Limitations of the Study </vt:lpstr>
      <vt:lpstr>Scope and Limitations of the Study </vt:lpstr>
      <vt:lpstr>Scope and Limitations of the Study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Transcript of Records</vt:lpstr>
      <vt:lpstr>Transcript of Records </vt:lpstr>
      <vt:lpstr>Transcript of Records</vt:lpstr>
      <vt:lpstr>Transcript of Records</vt:lpstr>
      <vt:lpstr>Transcript of Records</vt:lpstr>
      <vt:lpstr>Transcript of Records</vt:lpstr>
      <vt:lpstr>Transcript of Records</vt:lpstr>
      <vt:lpstr>Transcript of Records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Students come up with an approved Thesis Proposal</dc:title>
  <dc:creator>Microsoft Office User</dc:creator>
  <cp:revision>25</cp:revision>
  <cp:lastPrinted>2016-12-05T09:25:42Z</cp:lastPrinted>
  <dcterms:created xsi:type="dcterms:W3CDTF">2016-11-10T01:52:30Z</dcterms:created>
  <dcterms:modified xsi:type="dcterms:W3CDTF">2025-11-17T09:24:38Z</dcterms:modified>
</cp:coreProperties>
</file>